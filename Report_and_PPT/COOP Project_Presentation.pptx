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metadata/core-properties" Target="docProps/core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1" r:id="rId3"/>
    <p:sldMasterId id="2147483652" r:id="rId4"/>
    <p:sldMasterId id="2147483653" r:id="rId5"/>
    <p:sldMasterId id="2147483654" r:id="rId6"/>
    <p:sldMasterId id="2147483655" r:id="rId7"/>
    <p:sldMasterId id="2147483656" r:id="rId8"/>
    <p:sldMasterId id="2147483657" r:id="rId9"/>
    <p:sldMasterId id="2147483658" r:id="rId10"/>
    <p:sldMasterId id="2147483659" r:id="rId11"/>
    <p:sldMasterId id="2147483660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1500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.xml"/><Relationship Id="rId18" Type="http://schemas.openxmlformats.org/officeDocument/2006/relationships/slide" Target="slides/slide6.xml"/><Relationship Id="rId26" Type="http://schemas.openxmlformats.org/officeDocument/2006/relationships/slide" Target="slides/slide14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9.xml"/><Relationship Id="rId34" Type="http://schemas.openxmlformats.org/officeDocument/2006/relationships/viewProps" Target="viewProps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5.xml"/><Relationship Id="rId25" Type="http://schemas.openxmlformats.org/officeDocument/2006/relationships/slide" Target="slides/slide13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4.xml"/><Relationship Id="rId20" Type="http://schemas.openxmlformats.org/officeDocument/2006/relationships/slide" Target="slides/slide8.xml"/><Relationship Id="rId29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12.xml"/><Relationship Id="rId32" Type="http://schemas.openxmlformats.org/officeDocument/2006/relationships/slide" Target="slides/slide20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3.xml"/><Relationship Id="rId23" Type="http://schemas.openxmlformats.org/officeDocument/2006/relationships/slide" Target="slides/slide11.xml"/><Relationship Id="rId28" Type="http://schemas.openxmlformats.org/officeDocument/2006/relationships/slide" Target="slides/slide16.xml"/><Relationship Id="rId36" Type="http://schemas.openxmlformats.org/officeDocument/2006/relationships/tableStyles" Target="tableStyles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7.xml"/><Relationship Id="rId31" Type="http://schemas.openxmlformats.org/officeDocument/2006/relationships/slide" Target="slides/slide19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2.xml"/><Relationship Id="rId22" Type="http://schemas.openxmlformats.org/officeDocument/2006/relationships/slide" Target="slides/slide10.xml"/><Relationship Id="rId27" Type="http://schemas.openxmlformats.org/officeDocument/2006/relationships/slide" Target="slides/slide15.xml"/><Relationship Id="rId30" Type="http://schemas.openxmlformats.org/officeDocument/2006/relationships/slide" Target="slides/slide18.xml"/><Relationship Id="rId35" Type="http://schemas.openxmlformats.org/officeDocument/2006/relationships/theme" Target="theme/theme1.xml"/><Relationship Id="rId8" Type="http://schemas.openxmlformats.org/officeDocument/2006/relationships/slideMaster" Target="slideMasters/slideMaster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39EB550A-4D15-464F-B618-2CCC439F970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theme" Target="../theme/theme8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theme" Target="../theme/theme9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theme" Target="../theme/theme10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theme" Target="../theme/theme11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theme" Target="../theme/theme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ustomShape 1"/>
          <p:cNvSpPr/>
          <p:nvPr/>
        </p:nvSpPr>
        <p:spPr>
          <a:xfrm>
            <a:off x="0" y="0"/>
            <a:ext cx="9144000" cy="838080"/>
          </a:xfrm>
          <a:prstGeom prst="rect">
            <a:avLst/>
          </a:prstGeom>
          <a:solidFill>
            <a:srgbClr val="FF33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6800" rIns="45720" bIns="46800" anchor="t">
            <a:no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CustomShape 2"/>
          <p:cNvSpPr/>
          <p:nvPr/>
        </p:nvSpPr>
        <p:spPr>
          <a:xfrm flipV="1">
            <a:off x="0" y="6703200"/>
            <a:ext cx="9144000" cy="19836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6800" rIns="45720" bIns="46800" anchor="t">
            <a:no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" name="Picture 10" descr="Picture 10"/>
          <p:cNvPicPr/>
          <p:nvPr/>
        </p:nvPicPr>
        <p:blipFill>
          <a:blip r:embed="rId3"/>
          <a:srcRect b="10714"/>
          <a:stretch/>
        </p:blipFill>
        <p:spPr>
          <a:xfrm>
            <a:off x="6553080" y="228600"/>
            <a:ext cx="2057400" cy="635040"/>
          </a:xfrm>
          <a:prstGeom prst="rect">
            <a:avLst/>
          </a:prstGeom>
          <a:ln w="0">
            <a:noFill/>
          </a:ln>
        </p:spPr>
      </p:pic>
      <p:pic>
        <p:nvPicPr>
          <p:cNvPr id="3" name="Picture 10" descr="Picture 10"/>
          <p:cNvPicPr/>
          <p:nvPr/>
        </p:nvPicPr>
        <p:blipFill>
          <a:blip r:embed="rId3"/>
          <a:srcRect b="10714"/>
          <a:stretch/>
        </p:blipFill>
        <p:spPr>
          <a:xfrm>
            <a:off x="6553080" y="228600"/>
            <a:ext cx="2057400" cy="635040"/>
          </a:xfrm>
          <a:prstGeom prst="rect">
            <a:avLst/>
          </a:prstGeom>
          <a:ln w="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360" cy="876240"/>
            <a:chOff x="6146640" y="0"/>
            <a:chExt cx="2997360" cy="87624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360" cy="838080"/>
            </a:xfrm>
            <a:prstGeom prst="rect">
              <a:avLst/>
            </a:prstGeom>
            <a:solidFill>
              <a:srgbClr val="FF33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45720" rIns="45720" anchor="t">
              <a:noAutofit/>
            </a:bodyPr>
            <a:lstStyle/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6" name="Picture 9" descr="Picture 9"/>
            <p:cNvPicPr/>
            <p:nvPr/>
          </p:nvPicPr>
          <p:blipFill>
            <a:blip r:embed="rId3"/>
            <a:srcRect b="10714"/>
            <a:stretch/>
          </p:blipFill>
          <p:spPr>
            <a:xfrm>
              <a:off x="6553080" y="228600"/>
              <a:ext cx="2057400" cy="6350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480" cy="68580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45720" rIns="45720" anchor="t">
              <a:noAutofit/>
            </a:bodyPr>
            <a:lstStyle/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8" name="Picture 15" descr="Picture 15"/>
          <p:cNvPicPr/>
          <p:nvPr/>
        </p:nvPicPr>
        <p:blipFill>
          <a:blip r:embed="rId4"/>
          <a:stretch/>
        </p:blipFill>
        <p:spPr>
          <a:xfrm>
            <a:off x="6553080" y="228600"/>
            <a:ext cx="1920960" cy="609480"/>
          </a:xfrm>
          <a:prstGeom prst="rect">
            <a:avLst/>
          </a:prstGeom>
          <a:ln w="0">
            <a:noFill/>
          </a:ln>
        </p:spPr>
      </p:pic>
      <p:pic>
        <p:nvPicPr>
          <p:cNvPr id="9" name="Picture 10" descr="Picture 10"/>
          <p:cNvPicPr/>
          <p:nvPr/>
        </p:nvPicPr>
        <p:blipFill>
          <a:blip r:embed="rId3"/>
          <a:srcRect b="10714"/>
          <a:stretch/>
        </p:blipFill>
        <p:spPr>
          <a:xfrm>
            <a:off x="6553080" y="228600"/>
            <a:ext cx="2057400" cy="635040"/>
          </a:xfrm>
          <a:prstGeom prst="rect">
            <a:avLst/>
          </a:prstGeom>
          <a:ln w="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360" cy="876240"/>
            <a:chOff x="6146640" y="0"/>
            <a:chExt cx="2997360" cy="87624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360" cy="838080"/>
            </a:xfrm>
            <a:prstGeom prst="rect">
              <a:avLst/>
            </a:prstGeom>
            <a:solidFill>
              <a:srgbClr val="FF33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45720" rIns="45720" anchor="t">
              <a:noAutofit/>
            </a:bodyPr>
            <a:lstStyle/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12" name="Picture 9" descr="Picture 9"/>
            <p:cNvPicPr/>
            <p:nvPr/>
          </p:nvPicPr>
          <p:blipFill>
            <a:blip r:embed="rId3"/>
            <a:srcRect b="10714"/>
            <a:stretch/>
          </p:blipFill>
          <p:spPr>
            <a:xfrm>
              <a:off x="6553080" y="228600"/>
              <a:ext cx="2057400" cy="6350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480" cy="68580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45720" rIns="45720" anchor="t">
              <a:noAutofit/>
            </a:bodyPr>
            <a:lstStyle/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14" name="Picture 15" descr="Picture 15"/>
          <p:cNvPicPr/>
          <p:nvPr/>
        </p:nvPicPr>
        <p:blipFill>
          <a:blip r:embed="rId4"/>
          <a:stretch/>
        </p:blipFill>
        <p:spPr>
          <a:xfrm>
            <a:off x="6553080" y="228600"/>
            <a:ext cx="1920960" cy="609480"/>
          </a:xfrm>
          <a:prstGeom prst="rect">
            <a:avLst/>
          </a:prstGeom>
          <a:ln w="0">
            <a:noFill/>
          </a:ln>
        </p:spPr>
      </p:pic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91800"/>
            <a:ext cx="8229600" cy="1508040"/>
          </a:xfrm>
          <a:prstGeom prst="rect">
            <a:avLst/>
          </a:prstGeom>
          <a:noFill/>
          <a:ln w="0">
            <a:noFill/>
          </a:ln>
        </p:spPr>
        <p:txBody>
          <a:bodyPr lIns="45720" tIns="46800" rIns="45720" bIns="46800" anchor="ctr">
            <a:noAutofit/>
          </a:bodyPr>
          <a:lstStyle/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0" strike="noStrike" spc="-1">
                <a:solidFill>
                  <a:srgbClr val="000000"/>
                </a:solidFill>
                <a:latin typeface="Calibri"/>
              </a:rPr>
              <a:t>Click to edit the title text format</a:t>
            </a: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1599840"/>
            <a:ext cx="8229600" cy="5257800"/>
          </a:xfrm>
          <a:prstGeom prst="rect">
            <a:avLst/>
          </a:prstGeom>
          <a:noFill/>
          <a:ln w="0">
            <a:noFill/>
          </a:ln>
        </p:spPr>
        <p:txBody>
          <a:bodyPr lIns="45720" tIns="46800" rIns="45720" bIns="46800" anchor="t">
            <a:normAutofit/>
          </a:bodyPr>
          <a:lstStyle/>
          <a:p>
            <a:pPr marL="343080" indent="-341640">
              <a:spcBef>
                <a:spcPts val="6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Click to edit the outline text format</a:t>
            </a:r>
          </a:p>
          <a:p>
            <a:pPr marL="782640" lvl="1" indent="-325440"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Second Outline Level</a:t>
            </a:r>
          </a:p>
          <a:p>
            <a:pPr marL="1217520" lvl="2" indent="-303120">
              <a:spcBef>
                <a:spcPts val="6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Third Outline Level</a:t>
            </a:r>
          </a:p>
          <a:p>
            <a:pPr marL="1736640" lvl="3" indent="-365040"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Fourth Outline Level</a:t>
            </a:r>
          </a:p>
          <a:p>
            <a:pPr marL="2193840" lvl="4" indent="-365040">
              <a:spcBef>
                <a:spcPts val="601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Fifth Outline Level</a:t>
            </a:r>
          </a:p>
          <a:p>
            <a:pPr marL="2193840" lvl="5" indent="-365040">
              <a:spcBef>
                <a:spcPts val="601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Sixth Outline Level</a:t>
            </a:r>
          </a:p>
          <a:p>
            <a:pPr marL="2193840" lvl="6" indent="-365040">
              <a:spcBef>
                <a:spcPts val="601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Seventh Outline Level</a:t>
            </a:r>
          </a:p>
        </p:txBody>
      </p:sp>
      <p:sp>
        <p:nvSpPr>
          <p:cNvPr id="17" name="PlaceHolder 3"/>
          <p:cNvSpPr>
            <a:spLocks noGrp="1"/>
          </p:cNvSpPr>
          <p:nvPr>
            <p:ph type="sldNum" idx="1"/>
          </p:nvPr>
        </p:nvSpPr>
        <p:spPr>
          <a:xfrm>
            <a:off x="4419720" y="6171840"/>
            <a:ext cx="2133360" cy="368280"/>
          </a:xfrm>
          <a:prstGeom prst="rect">
            <a:avLst/>
          </a:prstGeom>
          <a:noFill/>
          <a:ln w="0">
            <a:noFill/>
          </a:ln>
        </p:spPr>
        <p:txBody>
          <a:bodyPr lIns="45720" tIns="46800" rIns="45720" bIns="468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200" b="0" strike="noStrike" spc="-1">
                <a:solidFill>
                  <a:srgbClr val="898989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7D6BC28D-3D01-4EB4-9553-180D637DB61F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ustomShape 1"/>
          <p:cNvSpPr/>
          <p:nvPr/>
        </p:nvSpPr>
        <p:spPr>
          <a:xfrm>
            <a:off x="0" y="0"/>
            <a:ext cx="9144000" cy="838080"/>
          </a:xfrm>
          <a:prstGeom prst="rect">
            <a:avLst/>
          </a:prstGeom>
          <a:solidFill>
            <a:srgbClr val="FF33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6800" rIns="45720" bIns="46800" anchor="t">
            <a:no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CustomShape 2"/>
          <p:cNvSpPr/>
          <p:nvPr/>
        </p:nvSpPr>
        <p:spPr>
          <a:xfrm flipV="1">
            <a:off x="0" y="6703200"/>
            <a:ext cx="9144000" cy="19836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6800" rIns="45720" bIns="46800" anchor="t">
            <a:no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" name="Picture 10" descr="Picture 10"/>
          <p:cNvPicPr/>
          <p:nvPr/>
        </p:nvPicPr>
        <p:blipFill>
          <a:blip r:embed="rId2"/>
          <a:srcRect b="10714"/>
          <a:stretch/>
        </p:blipFill>
        <p:spPr>
          <a:xfrm>
            <a:off x="6553080" y="228600"/>
            <a:ext cx="2057400" cy="635040"/>
          </a:xfrm>
          <a:prstGeom prst="rect">
            <a:avLst/>
          </a:prstGeom>
          <a:ln w="0">
            <a:noFill/>
          </a:ln>
        </p:spPr>
      </p:pic>
      <p:pic>
        <p:nvPicPr>
          <p:cNvPr id="21" name="Picture 10" descr="Picture 10"/>
          <p:cNvPicPr/>
          <p:nvPr/>
        </p:nvPicPr>
        <p:blipFill>
          <a:blip r:embed="rId2"/>
          <a:srcRect b="10714"/>
          <a:stretch/>
        </p:blipFill>
        <p:spPr>
          <a:xfrm>
            <a:off x="6553080" y="228600"/>
            <a:ext cx="2057400" cy="635040"/>
          </a:xfrm>
          <a:prstGeom prst="rect">
            <a:avLst/>
          </a:prstGeom>
          <a:ln w="0">
            <a:noFill/>
          </a:ln>
        </p:spPr>
      </p:pic>
      <p:grpSp>
        <p:nvGrpSpPr>
          <p:cNvPr id="22" name="Group 3"/>
          <p:cNvGrpSpPr/>
          <p:nvPr/>
        </p:nvGrpSpPr>
        <p:grpSpPr>
          <a:xfrm>
            <a:off x="6146640" y="0"/>
            <a:ext cx="2997360" cy="876240"/>
            <a:chOff x="6146640" y="0"/>
            <a:chExt cx="2997360" cy="876240"/>
          </a:xfrm>
        </p:grpSpPr>
        <p:sp>
          <p:nvSpPr>
            <p:cNvPr id="23" name="CustomShape 4"/>
            <p:cNvSpPr/>
            <p:nvPr/>
          </p:nvSpPr>
          <p:spPr>
            <a:xfrm>
              <a:off x="6146640" y="0"/>
              <a:ext cx="2997360" cy="838080"/>
            </a:xfrm>
            <a:prstGeom prst="rect">
              <a:avLst/>
            </a:prstGeom>
            <a:solidFill>
              <a:srgbClr val="FF33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45720" rIns="45720" anchor="t">
              <a:noAutofit/>
            </a:bodyPr>
            <a:lstStyle/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24" name="Picture 9" descr="Picture 9"/>
            <p:cNvPicPr/>
            <p:nvPr/>
          </p:nvPicPr>
          <p:blipFill>
            <a:blip r:embed="rId2"/>
            <a:srcRect b="10714"/>
            <a:stretch/>
          </p:blipFill>
          <p:spPr>
            <a:xfrm>
              <a:off x="6553080" y="228600"/>
              <a:ext cx="2057400" cy="6350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25" name="CustomShape 5"/>
            <p:cNvSpPr/>
            <p:nvPr/>
          </p:nvSpPr>
          <p:spPr>
            <a:xfrm>
              <a:off x="6527880" y="190440"/>
              <a:ext cx="2076480" cy="68580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45720" rIns="45720" anchor="t">
              <a:noAutofit/>
            </a:bodyPr>
            <a:lstStyle/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26" name="Picture 15" descr="Picture 15"/>
          <p:cNvPicPr/>
          <p:nvPr/>
        </p:nvPicPr>
        <p:blipFill>
          <a:blip r:embed="rId3"/>
          <a:stretch/>
        </p:blipFill>
        <p:spPr>
          <a:xfrm>
            <a:off x="6553080" y="228600"/>
            <a:ext cx="1920960" cy="609480"/>
          </a:xfrm>
          <a:prstGeom prst="rect">
            <a:avLst/>
          </a:prstGeom>
          <a:ln w="0">
            <a:noFill/>
          </a:ln>
        </p:spPr>
      </p:pic>
      <p:pic>
        <p:nvPicPr>
          <p:cNvPr id="27" name="Picture 10" descr="Picture 10"/>
          <p:cNvPicPr/>
          <p:nvPr/>
        </p:nvPicPr>
        <p:blipFill>
          <a:blip r:embed="rId2"/>
          <a:srcRect b="10714"/>
          <a:stretch/>
        </p:blipFill>
        <p:spPr>
          <a:xfrm>
            <a:off x="6553080" y="228600"/>
            <a:ext cx="2057400" cy="635040"/>
          </a:xfrm>
          <a:prstGeom prst="rect">
            <a:avLst/>
          </a:prstGeom>
          <a:ln w="0">
            <a:noFill/>
          </a:ln>
        </p:spPr>
      </p:pic>
      <p:grpSp>
        <p:nvGrpSpPr>
          <p:cNvPr id="28" name="Group 6"/>
          <p:cNvGrpSpPr/>
          <p:nvPr/>
        </p:nvGrpSpPr>
        <p:grpSpPr>
          <a:xfrm>
            <a:off x="6146640" y="0"/>
            <a:ext cx="2997360" cy="876240"/>
            <a:chOff x="6146640" y="0"/>
            <a:chExt cx="2997360" cy="876240"/>
          </a:xfrm>
        </p:grpSpPr>
        <p:sp>
          <p:nvSpPr>
            <p:cNvPr id="29" name="CustomShape 7"/>
            <p:cNvSpPr/>
            <p:nvPr/>
          </p:nvSpPr>
          <p:spPr>
            <a:xfrm>
              <a:off x="6146640" y="0"/>
              <a:ext cx="2997360" cy="838080"/>
            </a:xfrm>
            <a:prstGeom prst="rect">
              <a:avLst/>
            </a:prstGeom>
            <a:solidFill>
              <a:srgbClr val="FF33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45720" rIns="45720" anchor="t">
              <a:noAutofit/>
            </a:bodyPr>
            <a:lstStyle/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30" name="Picture 9" descr="Picture 9"/>
            <p:cNvPicPr/>
            <p:nvPr/>
          </p:nvPicPr>
          <p:blipFill>
            <a:blip r:embed="rId2"/>
            <a:srcRect b="10714"/>
            <a:stretch/>
          </p:blipFill>
          <p:spPr>
            <a:xfrm>
              <a:off x="6553080" y="228600"/>
              <a:ext cx="2057400" cy="6350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31" name="CustomShape 8"/>
            <p:cNvSpPr/>
            <p:nvPr/>
          </p:nvSpPr>
          <p:spPr>
            <a:xfrm>
              <a:off x="6527880" y="190440"/>
              <a:ext cx="2076480" cy="68580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45720" rIns="45720" anchor="t">
              <a:noAutofit/>
            </a:bodyPr>
            <a:lstStyle/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32" name="Picture 15" descr="Picture 15"/>
          <p:cNvPicPr/>
          <p:nvPr/>
        </p:nvPicPr>
        <p:blipFill>
          <a:blip r:embed="rId3"/>
          <a:stretch/>
        </p:blipFill>
        <p:spPr>
          <a:xfrm>
            <a:off x="6553080" y="228600"/>
            <a:ext cx="1920960" cy="609480"/>
          </a:xfrm>
          <a:prstGeom prst="rect">
            <a:avLst/>
          </a:prstGeom>
          <a:ln w="0">
            <a:noFill/>
          </a:ln>
        </p:spPr>
      </p:pic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91800"/>
            <a:ext cx="8229600" cy="1508040"/>
          </a:xfrm>
          <a:prstGeom prst="rect">
            <a:avLst/>
          </a:prstGeom>
          <a:noFill/>
          <a:ln w="0">
            <a:noFill/>
          </a:ln>
        </p:spPr>
        <p:txBody>
          <a:bodyPr lIns="45720" tIns="46800" rIns="45720" bIns="46800" anchor="ctr">
            <a:noAutofit/>
          </a:bodyPr>
          <a:lstStyle/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0" strike="noStrike" spc="-1">
                <a:solidFill>
                  <a:srgbClr val="000000"/>
                </a:solidFill>
                <a:latin typeface="Calibri"/>
              </a:rPr>
              <a:t>Click to edit the title text format</a:t>
            </a: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599840"/>
            <a:ext cx="8229600" cy="5257800"/>
          </a:xfrm>
          <a:prstGeom prst="rect">
            <a:avLst/>
          </a:prstGeom>
          <a:noFill/>
          <a:ln w="0">
            <a:noFill/>
          </a:ln>
        </p:spPr>
        <p:txBody>
          <a:bodyPr lIns="45720" tIns="46800" rIns="45720" bIns="46800" anchor="t">
            <a:normAutofit/>
          </a:bodyPr>
          <a:lstStyle/>
          <a:p>
            <a:pPr marL="343080" indent="-341640">
              <a:spcBef>
                <a:spcPts val="6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Click to edit the outline text format</a:t>
            </a:r>
          </a:p>
          <a:p>
            <a:pPr marL="782640" lvl="1" indent="-325440"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Second Outline Level</a:t>
            </a:r>
          </a:p>
          <a:p>
            <a:pPr marL="1217520" lvl="2" indent="-303120">
              <a:spcBef>
                <a:spcPts val="6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Third Outline Level</a:t>
            </a:r>
          </a:p>
          <a:p>
            <a:pPr marL="1736640" lvl="3" indent="-365040"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Fourth Outline Level</a:t>
            </a:r>
          </a:p>
          <a:p>
            <a:pPr marL="2193840" lvl="4" indent="-365040">
              <a:spcBef>
                <a:spcPts val="601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Fifth Outline Level</a:t>
            </a:r>
          </a:p>
          <a:p>
            <a:pPr marL="2193840" lvl="5" indent="-365040">
              <a:spcBef>
                <a:spcPts val="601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Sixth Outline Level</a:t>
            </a:r>
          </a:p>
          <a:p>
            <a:pPr marL="2193840" lvl="6" indent="-365040">
              <a:spcBef>
                <a:spcPts val="601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Seventh Outline Level</a:t>
            </a:r>
          </a:p>
        </p:txBody>
      </p:sp>
      <p:sp>
        <p:nvSpPr>
          <p:cNvPr id="35" name="PlaceHolder 3"/>
          <p:cNvSpPr>
            <a:spLocks noGrp="1"/>
          </p:cNvSpPr>
          <p:nvPr>
            <p:ph type="sldNum" idx="2"/>
          </p:nvPr>
        </p:nvSpPr>
        <p:spPr>
          <a:xfrm>
            <a:off x="4419720" y="6171840"/>
            <a:ext cx="2133360" cy="368280"/>
          </a:xfrm>
          <a:prstGeom prst="rect">
            <a:avLst/>
          </a:prstGeom>
          <a:noFill/>
          <a:ln w="0">
            <a:noFill/>
          </a:ln>
        </p:spPr>
        <p:txBody>
          <a:bodyPr lIns="45720" tIns="46800" rIns="45720" bIns="468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200" b="0" strike="noStrike" spc="-1">
                <a:solidFill>
                  <a:srgbClr val="898989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CEC12CD-5881-4687-B218-1D8CD6ACF38D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CustomShape 1"/>
          <p:cNvSpPr/>
          <p:nvPr/>
        </p:nvSpPr>
        <p:spPr>
          <a:xfrm>
            <a:off x="0" y="0"/>
            <a:ext cx="9144000" cy="838080"/>
          </a:xfrm>
          <a:prstGeom prst="rect">
            <a:avLst/>
          </a:prstGeom>
          <a:solidFill>
            <a:srgbClr val="FF33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6800" rIns="45720" bIns="46800" anchor="t">
            <a:no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CustomShape 2"/>
          <p:cNvSpPr/>
          <p:nvPr/>
        </p:nvSpPr>
        <p:spPr>
          <a:xfrm flipV="1">
            <a:off x="0" y="6703200"/>
            <a:ext cx="9144000" cy="19836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6800" rIns="45720" bIns="46800" anchor="t">
            <a:no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8" name="Picture 10" descr="Picture 10"/>
          <p:cNvPicPr/>
          <p:nvPr/>
        </p:nvPicPr>
        <p:blipFill>
          <a:blip r:embed="rId2"/>
          <a:srcRect b="10714"/>
          <a:stretch/>
        </p:blipFill>
        <p:spPr>
          <a:xfrm>
            <a:off x="6553080" y="228600"/>
            <a:ext cx="2057400" cy="635040"/>
          </a:xfrm>
          <a:prstGeom prst="rect">
            <a:avLst/>
          </a:prstGeom>
          <a:ln w="0">
            <a:noFill/>
          </a:ln>
        </p:spPr>
      </p:pic>
      <p:pic>
        <p:nvPicPr>
          <p:cNvPr id="39" name="Picture 10" descr="Picture 10"/>
          <p:cNvPicPr/>
          <p:nvPr/>
        </p:nvPicPr>
        <p:blipFill>
          <a:blip r:embed="rId2"/>
          <a:srcRect b="10714"/>
          <a:stretch/>
        </p:blipFill>
        <p:spPr>
          <a:xfrm>
            <a:off x="6553080" y="228600"/>
            <a:ext cx="2057400" cy="635040"/>
          </a:xfrm>
          <a:prstGeom prst="rect">
            <a:avLst/>
          </a:prstGeom>
          <a:ln w="0">
            <a:noFill/>
          </a:ln>
        </p:spPr>
      </p:pic>
      <p:grpSp>
        <p:nvGrpSpPr>
          <p:cNvPr id="40" name="Group 3"/>
          <p:cNvGrpSpPr/>
          <p:nvPr/>
        </p:nvGrpSpPr>
        <p:grpSpPr>
          <a:xfrm>
            <a:off x="6146640" y="0"/>
            <a:ext cx="2997360" cy="876240"/>
            <a:chOff x="6146640" y="0"/>
            <a:chExt cx="2997360" cy="876240"/>
          </a:xfrm>
        </p:grpSpPr>
        <p:sp>
          <p:nvSpPr>
            <p:cNvPr id="41" name="CustomShape 4"/>
            <p:cNvSpPr/>
            <p:nvPr/>
          </p:nvSpPr>
          <p:spPr>
            <a:xfrm>
              <a:off x="6146640" y="0"/>
              <a:ext cx="2997360" cy="838080"/>
            </a:xfrm>
            <a:prstGeom prst="rect">
              <a:avLst/>
            </a:prstGeom>
            <a:solidFill>
              <a:srgbClr val="FF33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45720" rIns="45720" anchor="t">
              <a:noAutofit/>
            </a:bodyPr>
            <a:lstStyle/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42" name="Picture 9" descr="Picture 9"/>
            <p:cNvPicPr/>
            <p:nvPr/>
          </p:nvPicPr>
          <p:blipFill>
            <a:blip r:embed="rId2"/>
            <a:srcRect b="10714"/>
            <a:stretch/>
          </p:blipFill>
          <p:spPr>
            <a:xfrm>
              <a:off x="6553080" y="228600"/>
              <a:ext cx="2057400" cy="6350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43" name="CustomShape 5"/>
            <p:cNvSpPr/>
            <p:nvPr/>
          </p:nvSpPr>
          <p:spPr>
            <a:xfrm>
              <a:off x="6527880" y="190440"/>
              <a:ext cx="2076480" cy="68580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45720" rIns="45720" anchor="t">
              <a:noAutofit/>
            </a:bodyPr>
            <a:lstStyle/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44" name="Picture 15" descr="Picture 15"/>
          <p:cNvPicPr/>
          <p:nvPr/>
        </p:nvPicPr>
        <p:blipFill>
          <a:blip r:embed="rId3"/>
          <a:stretch/>
        </p:blipFill>
        <p:spPr>
          <a:xfrm>
            <a:off x="6553080" y="228600"/>
            <a:ext cx="1920960" cy="609480"/>
          </a:xfrm>
          <a:prstGeom prst="rect">
            <a:avLst/>
          </a:prstGeom>
          <a:ln w="0">
            <a:noFill/>
          </a:ln>
        </p:spPr>
      </p:pic>
      <p:pic>
        <p:nvPicPr>
          <p:cNvPr id="45" name="Picture 10" descr="Picture 10"/>
          <p:cNvPicPr/>
          <p:nvPr/>
        </p:nvPicPr>
        <p:blipFill>
          <a:blip r:embed="rId2"/>
          <a:srcRect b="10714"/>
          <a:stretch/>
        </p:blipFill>
        <p:spPr>
          <a:xfrm>
            <a:off x="6553080" y="228600"/>
            <a:ext cx="2057400" cy="635040"/>
          </a:xfrm>
          <a:prstGeom prst="rect">
            <a:avLst/>
          </a:prstGeom>
          <a:ln w="0">
            <a:noFill/>
          </a:ln>
        </p:spPr>
      </p:pic>
      <p:grpSp>
        <p:nvGrpSpPr>
          <p:cNvPr id="46" name="Group 6"/>
          <p:cNvGrpSpPr/>
          <p:nvPr/>
        </p:nvGrpSpPr>
        <p:grpSpPr>
          <a:xfrm>
            <a:off x="6146640" y="0"/>
            <a:ext cx="2997360" cy="876240"/>
            <a:chOff x="6146640" y="0"/>
            <a:chExt cx="2997360" cy="876240"/>
          </a:xfrm>
        </p:grpSpPr>
        <p:sp>
          <p:nvSpPr>
            <p:cNvPr id="47" name="CustomShape 7"/>
            <p:cNvSpPr/>
            <p:nvPr/>
          </p:nvSpPr>
          <p:spPr>
            <a:xfrm>
              <a:off x="6146640" y="0"/>
              <a:ext cx="2997360" cy="838080"/>
            </a:xfrm>
            <a:prstGeom prst="rect">
              <a:avLst/>
            </a:prstGeom>
            <a:solidFill>
              <a:srgbClr val="FF33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45720" rIns="45720" anchor="t">
              <a:noAutofit/>
            </a:bodyPr>
            <a:lstStyle/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48" name="Picture 9" descr="Picture 9"/>
            <p:cNvPicPr/>
            <p:nvPr/>
          </p:nvPicPr>
          <p:blipFill>
            <a:blip r:embed="rId2"/>
            <a:srcRect b="10714"/>
            <a:stretch/>
          </p:blipFill>
          <p:spPr>
            <a:xfrm>
              <a:off x="6553080" y="228600"/>
              <a:ext cx="2057400" cy="6350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49" name="CustomShape 8"/>
            <p:cNvSpPr/>
            <p:nvPr/>
          </p:nvSpPr>
          <p:spPr>
            <a:xfrm>
              <a:off x="6527880" y="190440"/>
              <a:ext cx="2076480" cy="68580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45720" rIns="45720" anchor="t">
              <a:noAutofit/>
            </a:bodyPr>
            <a:lstStyle/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50" name="Picture 15" descr="Picture 15"/>
          <p:cNvPicPr/>
          <p:nvPr/>
        </p:nvPicPr>
        <p:blipFill>
          <a:blip r:embed="rId3"/>
          <a:stretch/>
        </p:blipFill>
        <p:spPr>
          <a:xfrm>
            <a:off x="6553080" y="228600"/>
            <a:ext cx="1920960" cy="609480"/>
          </a:xfrm>
          <a:prstGeom prst="rect">
            <a:avLst/>
          </a:prstGeom>
          <a:ln w="0">
            <a:noFill/>
          </a:ln>
        </p:spPr>
      </p:pic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91800"/>
            <a:ext cx="8229600" cy="1508040"/>
          </a:xfrm>
          <a:prstGeom prst="rect">
            <a:avLst/>
          </a:prstGeom>
          <a:noFill/>
          <a:ln w="0">
            <a:noFill/>
          </a:ln>
        </p:spPr>
        <p:txBody>
          <a:bodyPr lIns="45720" tIns="46800" rIns="45720" bIns="46800" anchor="ctr">
            <a:noAutofit/>
          </a:bodyPr>
          <a:lstStyle/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0" strike="noStrike" spc="-1">
                <a:solidFill>
                  <a:srgbClr val="000000"/>
                </a:solidFill>
                <a:latin typeface="Calibri"/>
              </a:rPr>
              <a:t>Click to edit the title text format</a:t>
            </a: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457200" y="1599840"/>
            <a:ext cx="8229600" cy="5257800"/>
          </a:xfrm>
          <a:prstGeom prst="rect">
            <a:avLst/>
          </a:prstGeom>
          <a:noFill/>
          <a:ln w="0">
            <a:noFill/>
          </a:ln>
        </p:spPr>
        <p:txBody>
          <a:bodyPr lIns="45720" tIns="46800" rIns="45720" bIns="46800" anchor="t">
            <a:normAutofit/>
          </a:bodyPr>
          <a:lstStyle/>
          <a:p>
            <a:pPr marL="343080" indent="-341640">
              <a:spcBef>
                <a:spcPts val="6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Click to edit the outline text format</a:t>
            </a:r>
          </a:p>
          <a:p>
            <a:pPr marL="782640" lvl="1" indent="-325440"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Second Outline Level</a:t>
            </a:r>
          </a:p>
          <a:p>
            <a:pPr marL="1217520" lvl="2" indent="-303120">
              <a:spcBef>
                <a:spcPts val="6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Third Outline Level</a:t>
            </a:r>
          </a:p>
          <a:p>
            <a:pPr marL="1736640" lvl="3" indent="-365040"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Fourth Outline Level</a:t>
            </a:r>
          </a:p>
          <a:p>
            <a:pPr marL="2193840" lvl="4" indent="-365040">
              <a:spcBef>
                <a:spcPts val="601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Fifth Outline Level</a:t>
            </a:r>
          </a:p>
          <a:p>
            <a:pPr marL="2193840" lvl="5" indent="-365040">
              <a:spcBef>
                <a:spcPts val="601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Sixth Outline Level</a:t>
            </a:r>
          </a:p>
          <a:p>
            <a:pPr marL="2193840" lvl="6" indent="-365040">
              <a:spcBef>
                <a:spcPts val="601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Seventh Outline Level</a:t>
            </a:r>
          </a:p>
        </p:txBody>
      </p:sp>
      <p:sp>
        <p:nvSpPr>
          <p:cNvPr id="53" name="PlaceHolder 3"/>
          <p:cNvSpPr>
            <a:spLocks noGrp="1"/>
          </p:cNvSpPr>
          <p:nvPr>
            <p:ph type="sldNum" idx="3"/>
          </p:nvPr>
        </p:nvSpPr>
        <p:spPr>
          <a:xfrm>
            <a:off x="4419720" y="6171840"/>
            <a:ext cx="2133360" cy="368280"/>
          </a:xfrm>
          <a:prstGeom prst="rect">
            <a:avLst/>
          </a:prstGeom>
          <a:noFill/>
          <a:ln w="0">
            <a:noFill/>
          </a:ln>
        </p:spPr>
        <p:txBody>
          <a:bodyPr lIns="45720" tIns="46800" rIns="45720" bIns="468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200" b="0" strike="noStrike" spc="-1">
                <a:solidFill>
                  <a:srgbClr val="898989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4B3F4A1D-BA02-4A99-8A3D-2CD12A402AA4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CustomShape 1"/>
          <p:cNvSpPr/>
          <p:nvPr/>
        </p:nvSpPr>
        <p:spPr>
          <a:xfrm>
            <a:off x="0" y="0"/>
            <a:ext cx="9144000" cy="838080"/>
          </a:xfrm>
          <a:prstGeom prst="rect">
            <a:avLst/>
          </a:prstGeom>
          <a:solidFill>
            <a:srgbClr val="FF33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6800" rIns="45720" bIns="46800" anchor="t">
            <a:no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CustomShape 2"/>
          <p:cNvSpPr/>
          <p:nvPr/>
        </p:nvSpPr>
        <p:spPr>
          <a:xfrm flipV="1">
            <a:off x="0" y="6703200"/>
            <a:ext cx="9144000" cy="19836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6800" rIns="45720" bIns="46800" anchor="t">
            <a:no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6" name="Picture 10" descr="Picture 10"/>
          <p:cNvPicPr/>
          <p:nvPr/>
        </p:nvPicPr>
        <p:blipFill>
          <a:blip r:embed="rId2"/>
          <a:srcRect b="10714"/>
          <a:stretch/>
        </p:blipFill>
        <p:spPr>
          <a:xfrm>
            <a:off x="6553080" y="228600"/>
            <a:ext cx="2057400" cy="635040"/>
          </a:xfrm>
          <a:prstGeom prst="rect">
            <a:avLst/>
          </a:prstGeom>
          <a:ln w="0">
            <a:noFill/>
          </a:ln>
        </p:spPr>
      </p:pic>
      <p:pic>
        <p:nvPicPr>
          <p:cNvPr id="57" name="Picture 10" descr="Picture 10"/>
          <p:cNvPicPr/>
          <p:nvPr/>
        </p:nvPicPr>
        <p:blipFill>
          <a:blip r:embed="rId2"/>
          <a:srcRect b="10714"/>
          <a:stretch/>
        </p:blipFill>
        <p:spPr>
          <a:xfrm>
            <a:off x="6553080" y="228600"/>
            <a:ext cx="2057400" cy="635040"/>
          </a:xfrm>
          <a:prstGeom prst="rect">
            <a:avLst/>
          </a:prstGeom>
          <a:ln w="0">
            <a:noFill/>
          </a:ln>
        </p:spPr>
      </p:pic>
      <p:grpSp>
        <p:nvGrpSpPr>
          <p:cNvPr id="58" name="Group 3"/>
          <p:cNvGrpSpPr/>
          <p:nvPr/>
        </p:nvGrpSpPr>
        <p:grpSpPr>
          <a:xfrm>
            <a:off x="6146640" y="0"/>
            <a:ext cx="2997360" cy="876240"/>
            <a:chOff x="6146640" y="0"/>
            <a:chExt cx="2997360" cy="876240"/>
          </a:xfrm>
        </p:grpSpPr>
        <p:sp>
          <p:nvSpPr>
            <p:cNvPr id="59" name="CustomShape 4"/>
            <p:cNvSpPr/>
            <p:nvPr/>
          </p:nvSpPr>
          <p:spPr>
            <a:xfrm>
              <a:off x="6146640" y="0"/>
              <a:ext cx="2997360" cy="838080"/>
            </a:xfrm>
            <a:prstGeom prst="rect">
              <a:avLst/>
            </a:prstGeom>
            <a:solidFill>
              <a:srgbClr val="FF33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45720" rIns="45720" anchor="t">
              <a:noAutofit/>
            </a:bodyPr>
            <a:lstStyle/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60" name="Picture 9" descr="Picture 9"/>
            <p:cNvPicPr/>
            <p:nvPr/>
          </p:nvPicPr>
          <p:blipFill>
            <a:blip r:embed="rId2"/>
            <a:srcRect b="10714"/>
            <a:stretch/>
          </p:blipFill>
          <p:spPr>
            <a:xfrm>
              <a:off x="6553080" y="228600"/>
              <a:ext cx="2057400" cy="6350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61" name="CustomShape 5"/>
            <p:cNvSpPr/>
            <p:nvPr/>
          </p:nvSpPr>
          <p:spPr>
            <a:xfrm>
              <a:off x="6527880" y="190440"/>
              <a:ext cx="2076480" cy="68580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45720" rIns="45720" anchor="t">
              <a:noAutofit/>
            </a:bodyPr>
            <a:lstStyle/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62" name="Picture 15" descr="Picture 15"/>
          <p:cNvPicPr/>
          <p:nvPr/>
        </p:nvPicPr>
        <p:blipFill>
          <a:blip r:embed="rId3"/>
          <a:stretch/>
        </p:blipFill>
        <p:spPr>
          <a:xfrm>
            <a:off x="6553080" y="228600"/>
            <a:ext cx="1920960" cy="609480"/>
          </a:xfrm>
          <a:prstGeom prst="rect">
            <a:avLst/>
          </a:prstGeom>
          <a:ln w="0">
            <a:noFill/>
          </a:ln>
        </p:spPr>
      </p:pic>
      <p:pic>
        <p:nvPicPr>
          <p:cNvPr id="63" name="Picture 10" descr="Picture 10"/>
          <p:cNvPicPr/>
          <p:nvPr/>
        </p:nvPicPr>
        <p:blipFill>
          <a:blip r:embed="rId2"/>
          <a:srcRect b="10714"/>
          <a:stretch/>
        </p:blipFill>
        <p:spPr>
          <a:xfrm>
            <a:off x="6553080" y="228600"/>
            <a:ext cx="2057400" cy="635040"/>
          </a:xfrm>
          <a:prstGeom prst="rect">
            <a:avLst/>
          </a:prstGeom>
          <a:ln w="0">
            <a:noFill/>
          </a:ln>
        </p:spPr>
      </p:pic>
      <p:grpSp>
        <p:nvGrpSpPr>
          <p:cNvPr id="64" name="Group 6"/>
          <p:cNvGrpSpPr/>
          <p:nvPr/>
        </p:nvGrpSpPr>
        <p:grpSpPr>
          <a:xfrm>
            <a:off x="6146640" y="0"/>
            <a:ext cx="2997360" cy="876240"/>
            <a:chOff x="6146640" y="0"/>
            <a:chExt cx="2997360" cy="876240"/>
          </a:xfrm>
        </p:grpSpPr>
        <p:sp>
          <p:nvSpPr>
            <p:cNvPr id="65" name="CustomShape 7"/>
            <p:cNvSpPr/>
            <p:nvPr/>
          </p:nvSpPr>
          <p:spPr>
            <a:xfrm>
              <a:off x="6146640" y="0"/>
              <a:ext cx="2997360" cy="838080"/>
            </a:xfrm>
            <a:prstGeom prst="rect">
              <a:avLst/>
            </a:prstGeom>
            <a:solidFill>
              <a:srgbClr val="FF33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45720" rIns="45720" anchor="t">
              <a:noAutofit/>
            </a:bodyPr>
            <a:lstStyle/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66" name="Picture 9" descr="Picture 9"/>
            <p:cNvPicPr/>
            <p:nvPr/>
          </p:nvPicPr>
          <p:blipFill>
            <a:blip r:embed="rId2"/>
            <a:srcRect b="10714"/>
            <a:stretch/>
          </p:blipFill>
          <p:spPr>
            <a:xfrm>
              <a:off x="6553080" y="228600"/>
              <a:ext cx="2057400" cy="6350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67" name="CustomShape 8"/>
            <p:cNvSpPr/>
            <p:nvPr/>
          </p:nvSpPr>
          <p:spPr>
            <a:xfrm>
              <a:off x="6527880" y="190440"/>
              <a:ext cx="2076480" cy="68580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45720" rIns="45720" anchor="t">
              <a:noAutofit/>
            </a:bodyPr>
            <a:lstStyle/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68" name="Picture 15" descr="Picture 15"/>
          <p:cNvPicPr/>
          <p:nvPr/>
        </p:nvPicPr>
        <p:blipFill>
          <a:blip r:embed="rId3"/>
          <a:stretch/>
        </p:blipFill>
        <p:spPr>
          <a:xfrm>
            <a:off x="6553080" y="228600"/>
            <a:ext cx="1920960" cy="609480"/>
          </a:xfrm>
          <a:prstGeom prst="rect">
            <a:avLst/>
          </a:prstGeom>
          <a:ln w="0">
            <a:noFill/>
          </a:ln>
        </p:spPr>
      </p:pic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57200" y="91800"/>
            <a:ext cx="8229600" cy="1508040"/>
          </a:xfrm>
          <a:prstGeom prst="rect">
            <a:avLst/>
          </a:prstGeom>
          <a:noFill/>
          <a:ln w="0">
            <a:noFill/>
          </a:ln>
        </p:spPr>
        <p:txBody>
          <a:bodyPr lIns="45720" tIns="46800" rIns="45720" bIns="46800" anchor="ctr">
            <a:noAutofit/>
          </a:bodyPr>
          <a:lstStyle/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0" strike="noStrike" spc="-1">
                <a:solidFill>
                  <a:srgbClr val="000000"/>
                </a:solidFill>
                <a:latin typeface="Calibri"/>
              </a:rPr>
              <a:t>Click to edit the title text format</a:t>
            </a: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457200" y="1599840"/>
            <a:ext cx="8229600" cy="5257800"/>
          </a:xfrm>
          <a:prstGeom prst="rect">
            <a:avLst/>
          </a:prstGeom>
          <a:noFill/>
          <a:ln w="0">
            <a:noFill/>
          </a:ln>
        </p:spPr>
        <p:txBody>
          <a:bodyPr lIns="45720" tIns="46800" rIns="45720" bIns="46800" anchor="t">
            <a:normAutofit/>
          </a:bodyPr>
          <a:lstStyle/>
          <a:p>
            <a:pPr marL="343080" indent="-341640">
              <a:spcBef>
                <a:spcPts val="6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Click to edit the outline text format</a:t>
            </a:r>
          </a:p>
          <a:p>
            <a:pPr marL="782640" lvl="1" indent="-325440"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Second Outline Level</a:t>
            </a:r>
          </a:p>
          <a:p>
            <a:pPr marL="1217520" lvl="2" indent="-303120">
              <a:spcBef>
                <a:spcPts val="6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Third Outline Level</a:t>
            </a:r>
          </a:p>
          <a:p>
            <a:pPr marL="1736640" lvl="3" indent="-365040"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Fourth Outline Level</a:t>
            </a:r>
          </a:p>
          <a:p>
            <a:pPr marL="2193840" lvl="4" indent="-365040">
              <a:spcBef>
                <a:spcPts val="601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Fifth Outline Level</a:t>
            </a:r>
          </a:p>
          <a:p>
            <a:pPr marL="2193840" lvl="5" indent="-365040">
              <a:spcBef>
                <a:spcPts val="601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Sixth Outline Level</a:t>
            </a:r>
          </a:p>
          <a:p>
            <a:pPr marL="2193840" lvl="6" indent="-365040">
              <a:spcBef>
                <a:spcPts val="601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Seventh Outline Level</a:t>
            </a:r>
          </a:p>
        </p:txBody>
      </p:sp>
      <p:sp>
        <p:nvSpPr>
          <p:cNvPr id="71" name="PlaceHolder 3"/>
          <p:cNvSpPr>
            <a:spLocks noGrp="1"/>
          </p:cNvSpPr>
          <p:nvPr>
            <p:ph type="sldNum" idx="4"/>
          </p:nvPr>
        </p:nvSpPr>
        <p:spPr>
          <a:xfrm>
            <a:off x="4419720" y="6171840"/>
            <a:ext cx="2133360" cy="368280"/>
          </a:xfrm>
          <a:prstGeom prst="rect">
            <a:avLst/>
          </a:prstGeom>
          <a:noFill/>
          <a:ln w="0">
            <a:noFill/>
          </a:ln>
        </p:spPr>
        <p:txBody>
          <a:bodyPr lIns="45720" tIns="46800" rIns="45720" bIns="468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200" b="0" strike="noStrike" spc="-1">
                <a:solidFill>
                  <a:srgbClr val="898989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38528039-CB03-48BD-AE94-DBA8F4A62DF7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CustomShape 1"/>
          <p:cNvSpPr/>
          <p:nvPr/>
        </p:nvSpPr>
        <p:spPr>
          <a:xfrm>
            <a:off x="0" y="0"/>
            <a:ext cx="9144000" cy="838080"/>
          </a:xfrm>
          <a:prstGeom prst="rect">
            <a:avLst/>
          </a:prstGeom>
          <a:solidFill>
            <a:srgbClr val="FF33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6800" rIns="45720" bIns="46800" anchor="t">
            <a:no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CustomShape 2"/>
          <p:cNvSpPr/>
          <p:nvPr/>
        </p:nvSpPr>
        <p:spPr>
          <a:xfrm flipV="1">
            <a:off x="0" y="6703200"/>
            <a:ext cx="9144000" cy="19836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6800" rIns="45720" bIns="46800" anchor="t">
            <a:no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4" name="Picture 10" descr="Picture 10"/>
          <p:cNvPicPr/>
          <p:nvPr/>
        </p:nvPicPr>
        <p:blipFill>
          <a:blip r:embed="rId2"/>
          <a:srcRect b="10714"/>
          <a:stretch/>
        </p:blipFill>
        <p:spPr>
          <a:xfrm>
            <a:off x="6553080" y="228600"/>
            <a:ext cx="2057400" cy="635040"/>
          </a:xfrm>
          <a:prstGeom prst="rect">
            <a:avLst/>
          </a:prstGeom>
          <a:ln w="0">
            <a:noFill/>
          </a:ln>
        </p:spPr>
      </p:pic>
      <p:pic>
        <p:nvPicPr>
          <p:cNvPr id="75" name="Picture 10" descr="Picture 10"/>
          <p:cNvPicPr/>
          <p:nvPr/>
        </p:nvPicPr>
        <p:blipFill>
          <a:blip r:embed="rId2"/>
          <a:srcRect b="10714"/>
          <a:stretch/>
        </p:blipFill>
        <p:spPr>
          <a:xfrm>
            <a:off x="6553080" y="228600"/>
            <a:ext cx="2057400" cy="635040"/>
          </a:xfrm>
          <a:prstGeom prst="rect">
            <a:avLst/>
          </a:prstGeom>
          <a:ln w="0">
            <a:noFill/>
          </a:ln>
        </p:spPr>
      </p:pic>
      <p:grpSp>
        <p:nvGrpSpPr>
          <p:cNvPr id="76" name="Group 3"/>
          <p:cNvGrpSpPr/>
          <p:nvPr/>
        </p:nvGrpSpPr>
        <p:grpSpPr>
          <a:xfrm>
            <a:off x="6146640" y="0"/>
            <a:ext cx="2997360" cy="876240"/>
            <a:chOff x="6146640" y="0"/>
            <a:chExt cx="2997360" cy="876240"/>
          </a:xfrm>
        </p:grpSpPr>
        <p:sp>
          <p:nvSpPr>
            <p:cNvPr id="77" name="CustomShape 4"/>
            <p:cNvSpPr/>
            <p:nvPr/>
          </p:nvSpPr>
          <p:spPr>
            <a:xfrm>
              <a:off x="6146640" y="0"/>
              <a:ext cx="2997360" cy="838080"/>
            </a:xfrm>
            <a:prstGeom prst="rect">
              <a:avLst/>
            </a:prstGeom>
            <a:solidFill>
              <a:srgbClr val="FF33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45720" rIns="45720" anchor="t">
              <a:noAutofit/>
            </a:bodyPr>
            <a:lstStyle/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78" name="Picture 9" descr="Picture 9"/>
            <p:cNvPicPr/>
            <p:nvPr/>
          </p:nvPicPr>
          <p:blipFill>
            <a:blip r:embed="rId2"/>
            <a:srcRect b="10714"/>
            <a:stretch/>
          </p:blipFill>
          <p:spPr>
            <a:xfrm>
              <a:off x="6553080" y="228600"/>
              <a:ext cx="2057400" cy="6350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79" name="CustomShape 5"/>
            <p:cNvSpPr/>
            <p:nvPr/>
          </p:nvSpPr>
          <p:spPr>
            <a:xfrm>
              <a:off x="6527880" y="190440"/>
              <a:ext cx="2076480" cy="68580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45720" rIns="45720" anchor="t">
              <a:noAutofit/>
            </a:bodyPr>
            <a:lstStyle/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80" name="Picture 15" descr="Picture 15"/>
          <p:cNvPicPr/>
          <p:nvPr/>
        </p:nvPicPr>
        <p:blipFill>
          <a:blip r:embed="rId3"/>
          <a:stretch/>
        </p:blipFill>
        <p:spPr>
          <a:xfrm>
            <a:off x="6553080" y="228600"/>
            <a:ext cx="1920960" cy="609480"/>
          </a:xfrm>
          <a:prstGeom prst="rect">
            <a:avLst/>
          </a:prstGeom>
          <a:ln w="0">
            <a:noFill/>
          </a:ln>
        </p:spPr>
      </p:pic>
      <p:pic>
        <p:nvPicPr>
          <p:cNvPr id="81" name="Picture 10" descr="Picture 10"/>
          <p:cNvPicPr/>
          <p:nvPr/>
        </p:nvPicPr>
        <p:blipFill>
          <a:blip r:embed="rId2"/>
          <a:srcRect b="10714"/>
          <a:stretch/>
        </p:blipFill>
        <p:spPr>
          <a:xfrm>
            <a:off x="6553080" y="228600"/>
            <a:ext cx="2057400" cy="635040"/>
          </a:xfrm>
          <a:prstGeom prst="rect">
            <a:avLst/>
          </a:prstGeom>
          <a:ln w="0">
            <a:noFill/>
          </a:ln>
        </p:spPr>
      </p:pic>
      <p:grpSp>
        <p:nvGrpSpPr>
          <p:cNvPr id="82" name="Group 6"/>
          <p:cNvGrpSpPr/>
          <p:nvPr/>
        </p:nvGrpSpPr>
        <p:grpSpPr>
          <a:xfrm>
            <a:off x="6146640" y="0"/>
            <a:ext cx="2997360" cy="876240"/>
            <a:chOff x="6146640" y="0"/>
            <a:chExt cx="2997360" cy="876240"/>
          </a:xfrm>
        </p:grpSpPr>
        <p:sp>
          <p:nvSpPr>
            <p:cNvPr id="83" name="CustomShape 7"/>
            <p:cNvSpPr/>
            <p:nvPr/>
          </p:nvSpPr>
          <p:spPr>
            <a:xfrm>
              <a:off x="6146640" y="0"/>
              <a:ext cx="2997360" cy="838080"/>
            </a:xfrm>
            <a:prstGeom prst="rect">
              <a:avLst/>
            </a:prstGeom>
            <a:solidFill>
              <a:srgbClr val="FF33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45720" rIns="45720" anchor="t">
              <a:noAutofit/>
            </a:bodyPr>
            <a:lstStyle/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84" name="Picture 9" descr="Picture 9"/>
            <p:cNvPicPr/>
            <p:nvPr/>
          </p:nvPicPr>
          <p:blipFill>
            <a:blip r:embed="rId2"/>
            <a:srcRect b="10714"/>
            <a:stretch/>
          </p:blipFill>
          <p:spPr>
            <a:xfrm>
              <a:off x="6553080" y="228600"/>
              <a:ext cx="2057400" cy="6350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85" name="CustomShape 8"/>
            <p:cNvSpPr/>
            <p:nvPr/>
          </p:nvSpPr>
          <p:spPr>
            <a:xfrm>
              <a:off x="6527880" y="190440"/>
              <a:ext cx="2076480" cy="68580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45720" rIns="45720" anchor="t">
              <a:noAutofit/>
            </a:bodyPr>
            <a:lstStyle/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86" name="Picture 15" descr="Picture 15"/>
          <p:cNvPicPr/>
          <p:nvPr/>
        </p:nvPicPr>
        <p:blipFill>
          <a:blip r:embed="rId3"/>
          <a:stretch/>
        </p:blipFill>
        <p:spPr>
          <a:xfrm>
            <a:off x="6553080" y="228600"/>
            <a:ext cx="1920960" cy="609480"/>
          </a:xfrm>
          <a:prstGeom prst="rect">
            <a:avLst/>
          </a:prstGeom>
          <a:ln w="0">
            <a:noFill/>
          </a:ln>
        </p:spPr>
      </p:pic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91800"/>
            <a:ext cx="8229600" cy="1508040"/>
          </a:xfrm>
          <a:prstGeom prst="rect">
            <a:avLst/>
          </a:prstGeom>
          <a:noFill/>
          <a:ln w="0">
            <a:noFill/>
          </a:ln>
        </p:spPr>
        <p:txBody>
          <a:bodyPr lIns="45720" tIns="46800" rIns="45720" bIns="46800" anchor="ctr">
            <a:noAutofit/>
          </a:bodyPr>
          <a:lstStyle/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0" strike="noStrike" spc="-1">
                <a:solidFill>
                  <a:srgbClr val="000000"/>
                </a:solidFill>
                <a:latin typeface="Calibri"/>
              </a:rPr>
              <a:t>Click to edit the title text format</a:t>
            </a:r>
          </a:p>
        </p:txBody>
      </p:sp>
      <p:sp>
        <p:nvSpPr>
          <p:cNvPr id="88" name="PlaceHolder 2"/>
          <p:cNvSpPr>
            <a:spLocks noGrp="1"/>
          </p:cNvSpPr>
          <p:nvPr>
            <p:ph type="body"/>
          </p:nvPr>
        </p:nvSpPr>
        <p:spPr>
          <a:xfrm>
            <a:off x="457200" y="1599840"/>
            <a:ext cx="8229600" cy="5257800"/>
          </a:xfrm>
          <a:prstGeom prst="rect">
            <a:avLst/>
          </a:prstGeom>
          <a:noFill/>
          <a:ln w="0">
            <a:noFill/>
          </a:ln>
        </p:spPr>
        <p:txBody>
          <a:bodyPr lIns="45720" tIns="46800" rIns="45720" bIns="46800" anchor="t">
            <a:normAutofit/>
          </a:bodyPr>
          <a:lstStyle/>
          <a:p>
            <a:pPr marL="343080" indent="-341640">
              <a:spcBef>
                <a:spcPts val="6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Click to edit the outline text format</a:t>
            </a:r>
          </a:p>
          <a:p>
            <a:pPr marL="782640" lvl="1" indent="-325440"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Second Outline Level</a:t>
            </a:r>
          </a:p>
          <a:p>
            <a:pPr marL="1217520" lvl="2" indent="-303120">
              <a:spcBef>
                <a:spcPts val="6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Third Outline Level</a:t>
            </a:r>
          </a:p>
          <a:p>
            <a:pPr marL="1736640" lvl="3" indent="-365040"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Fourth Outline Level</a:t>
            </a:r>
          </a:p>
          <a:p>
            <a:pPr marL="2193840" lvl="4" indent="-365040">
              <a:spcBef>
                <a:spcPts val="601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Fifth Outline Level</a:t>
            </a:r>
          </a:p>
          <a:p>
            <a:pPr marL="2193840" lvl="5" indent="-365040">
              <a:spcBef>
                <a:spcPts val="601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Sixth Outline Level</a:t>
            </a:r>
          </a:p>
          <a:p>
            <a:pPr marL="2193840" lvl="6" indent="-365040">
              <a:spcBef>
                <a:spcPts val="601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Seventh Outline Level</a:t>
            </a:r>
          </a:p>
        </p:txBody>
      </p:sp>
      <p:sp>
        <p:nvSpPr>
          <p:cNvPr id="89" name="PlaceHolder 3"/>
          <p:cNvSpPr>
            <a:spLocks noGrp="1"/>
          </p:cNvSpPr>
          <p:nvPr>
            <p:ph type="sldNum" idx="5"/>
          </p:nvPr>
        </p:nvSpPr>
        <p:spPr>
          <a:xfrm>
            <a:off x="4419720" y="6171840"/>
            <a:ext cx="2133360" cy="368280"/>
          </a:xfrm>
          <a:prstGeom prst="rect">
            <a:avLst/>
          </a:prstGeom>
          <a:noFill/>
          <a:ln w="0">
            <a:noFill/>
          </a:ln>
        </p:spPr>
        <p:txBody>
          <a:bodyPr lIns="45720" tIns="46800" rIns="45720" bIns="468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200" b="0" strike="noStrike" spc="-1">
                <a:solidFill>
                  <a:srgbClr val="898989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D83D0DF3-577B-4BA0-9312-75BB0E76484A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CustomShape 1"/>
          <p:cNvSpPr/>
          <p:nvPr/>
        </p:nvSpPr>
        <p:spPr>
          <a:xfrm>
            <a:off x="0" y="0"/>
            <a:ext cx="9144000" cy="838080"/>
          </a:xfrm>
          <a:prstGeom prst="rect">
            <a:avLst/>
          </a:prstGeom>
          <a:solidFill>
            <a:srgbClr val="FF33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6800" rIns="45720" bIns="46800" anchor="t">
            <a:no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CustomShape 2"/>
          <p:cNvSpPr/>
          <p:nvPr/>
        </p:nvSpPr>
        <p:spPr>
          <a:xfrm flipV="1">
            <a:off x="0" y="6703200"/>
            <a:ext cx="9144000" cy="19836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6800" rIns="45720" bIns="46800" anchor="t">
            <a:no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2" name="Picture 10" descr="Picture 10"/>
          <p:cNvPicPr/>
          <p:nvPr/>
        </p:nvPicPr>
        <p:blipFill>
          <a:blip r:embed="rId2"/>
          <a:srcRect b="10714"/>
          <a:stretch/>
        </p:blipFill>
        <p:spPr>
          <a:xfrm>
            <a:off x="6553080" y="228600"/>
            <a:ext cx="2057400" cy="635040"/>
          </a:xfrm>
          <a:prstGeom prst="rect">
            <a:avLst/>
          </a:prstGeom>
          <a:ln w="0">
            <a:noFill/>
          </a:ln>
        </p:spPr>
      </p:pic>
      <p:pic>
        <p:nvPicPr>
          <p:cNvPr id="93" name="Picture 10" descr="Picture 10"/>
          <p:cNvPicPr/>
          <p:nvPr/>
        </p:nvPicPr>
        <p:blipFill>
          <a:blip r:embed="rId2"/>
          <a:srcRect b="10714"/>
          <a:stretch/>
        </p:blipFill>
        <p:spPr>
          <a:xfrm>
            <a:off x="6553080" y="228600"/>
            <a:ext cx="2057400" cy="635040"/>
          </a:xfrm>
          <a:prstGeom prst="rect">
            <a:avLst/>
          </a:prstGeom>
          <a:ln w="0">
            <a:noFill/>
          </a:ln>
        </p:spPr>
      </p:pic>
      <p:grpSp>
        <p:nvGrpSpPr>
          <p:cNvPr id="94" name="Group 3"/>
          <p:cNvGrpSpPr/>
          <p:nvPr/>
        </p:nvGrpSpPr>
        <p:grpSpPr>
          <a:xfrm>
            <a:off x="6146640" y="0"/>
            <a:ext cx="2997360" cy="876240"/>
            <a:chOff x="6146640" y="0"/>
            <a:chExt cx="2997360" cy="876240"/>
          </a:xfrm>
        </p:grpSpPr>
        <p:sp>
          <p:nvSpPr>
            <p:cNvPr id="95" name="CustomShape 4"/>
            <p:cNvSpPr/>
            <p:nvPr/>
          </p:nvSpPr>
          <p:spPr>
            <a:xfrm>
              <a:off x="6146640" y="0"/>
              <a:ext cx="2997360" cy="838080"/>
            </a:xfrm>
            <a:prstGeom prst="rect">
              <a:avLst/>
            </a:prstGeom>
            <a:solidFill>
              <a:srgbClr val="FF33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45720" rIns="45720" anchor="t">
              <a:noAutofit/>
            </a:bodyPr>
            <a:lstStyle/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96" name="Picture 9" descr="Picture 9"/>
            <p:cNvPicPr/>
            <p:nvPr/>
          </p:nvPicPr>
          <p:blipFill>
            <a:blip r:embed="rId2"/>
            <a:srcRect b="10714"/>
            <a:stretch/>
          </p:blipFill>
          <p:spPr>
            <a:xfrm>
              <a:off x="6553080" y="228600"/>
              <a:ext cx="2057400" cy="6350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97" name="CustomShape 5"/>
            <p:cNvSpPr/>
            <p:nvPr/>
          </p:nvSpPr>
          <p:spPr>
            <a:xfrm>
              <a:off x="6527880" y="190440"/>
              <a:ext cx="2076480" cy="68580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45720" rIns="45720" anchor="t">
              <a:noAutofit/>
            </a:bodyPr>
            <a:lstStyle/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98" name="Picture 15" descr="Picture 15"/>
          <p:cNvPicPr/>
          <p:nvPr/>
        </p:nvPicPr>
        <p:blipFill>
          <a:blip r:embed="rId3"/>
          <a:stretch/>
        </p:blipFill>
        <p:spPr>
          <a:xfrm>
            <a:off x="6553080" y="228600"/>
            <a:ext cx="1920960" cy="609480"/>
          </a:xfrm>
          <a:prstGeom prst="rect">
            <a:avLst/>
          </a:prstGeom>
          <a:ln w="0">
            <a:noFill/>
          </a:ln>
        </p:spPr>
      </p:pic>
      <p:pic>
        <p:nvPicPr>
          <p:cNvPr id="99" name="Picture 10" descr="Picture 10"/>
          <p:cNvPicPr/>
          <p:nvPr/>
        </p:nvPicPr>
        <p:blipFill>
          <a:blip r:embed="rId2"/>
          <a:srcRect b="10714"/>
          <a:stretch/>
        </p:blipFill>
        <p:spPr>
          <a:xfrm>
            <a:off x="6553080" y="228600"/>
            <a:ext cx="2057400" cy="635040"/>
          </a:xfrm>
          <a:prstGeom prst="rect">
            <a:avLst/>
          </a:prstGeom>
          <a:ln w="0">
            <a:noFill/>
          </a:ln>
        </p:spPr>
      </p:pic>
      <p:grpSp>
        <p:nvGrpSpPr>
          <p:cNvPr id="100" name="Group 6"/>
          <p:cNvGrpSpPr/>
          <p:nvPr/>
        </p:nvGrpSpPr>
        <p:grpSpPr>
          <a:xfrm>
            <a:off x="6146640" y="0"/>
            <a:ext cx="2997360" cy="876240"/>
            <a:chOff x="6146640" y="0"/>
            <a:chExt cx="2997360" cy="876240"/>
          </a:xfrm>
        </p:grpSpPr>
        <p:sp>
          <p:nvSpPr>
            <p:cNvPr id="101" name="CustomShape 7"/>
            <p:cNvSpPr/>
            <p:nvPr/>
          </p:nvSpPr>
          <p:spPr>
            <a:xfrm>
              <a:off x="6146640" y="0"/>
              <a:ext cx="2997360" cy="838080"/>
            </a:xfrm>
            <a:prstGeom prst="rect">
              <a:avLst/>
            </a:prstGeom>
            <a:solidFill>
              <a:srgbClr val="FF33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45720" rIns="45720" anchor="t">
              <a:noAutofit/>
            </a:bodyPr>
            <a:lstStyle/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102" name="Picture 9" descr="Picture 9"/>
            <p:cNvPicPr/>
            <p:nvPr/>
          </p:nvPicPr>
          <p:blipFill>
            <a:blip r:embed="rId2"/>
            <a:srcRect b="10714"/>
            <a:stretch/>
          </p:blipFill>
          <p:spPr>
            <a:xfrm>
              <a:off x="6553080" y="228600"/>
              <a:ext cx="2057400" cy="6350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03" name="CustomShape 8"/>
            <p:cNvSpPr/>
            <p:nvPr/>
          </p:nvSpPr>
          <p:spPr>
            <a:xfrm>
              <a:off x="6527880" y="190440"/>
              <a:ext cx="2076480" cy="68580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45720" rIns="45720" anchor="t">
              <a:noAutofit/>
            </a:bodyPr>
            <a:lstStyle/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104" name="Picture 15" descr="Picture 15"/>
          <p:cNvPicPr/>
          <p:nvPr/>
        </p:nvPicPr>
        <p:blipFill>
          <a:blip r:embed="rId3"/>
          <a:stretch/>
        </p:blipFill>
        <p:spPr>
          <a:xfrm>
            <a:off x="6553080" y="228600"/>
            <a:ext cx="1920960" cy="609480"/>
          </a:xfrm>
          <a:prstGeom prst="rect">
            <a:avLst/>
          </a:prstGeom>
          <a:ln w="0">
            <a:noFill/>
          </a:ln>
        </p:spPr>
      </p:pic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457200" y="91800"/>
            <a:ext cx="8229600" cy="1508040"/>
          </a:xfrm>
          <a:prstGeom prst="rect">
            <a:avLst/>
          </a:prstGeom>
          <a:noFill/>
          <a:ln w="0">
            <a:noFill/>
          </a:ln>
        </p:spPr>
        <p:txBody>
          <a:bodyPr lIns="45720" tIns="46800" rIns="45720" bIns="46800" anchor="ctr">
            <a:noAutofit/>
          </a:bodyPr>
          <a:lstStyle/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0" strike="noStrike" spc="-1">
                <a:solidFill>
                  <a:srgbClr val="000000"/>
                </a:solidFill>
                <a:latin typeface="Calibri"/>
              </a:rPr>
              <a:t>Click to edit the title text format</a:t>
            </a:r>
          </a:p>
        </p:txBody>
      </p:sp>
      <p:sp>
        <p:nvSpPr>
          <p:cNvPr id="106" name="PlaceHolder 2"/>
          <p:cNvSpPr>
            <a:spLocks noGrp="1"/>
          </p:cNvSpPr>
          <p:nvPr>
            <p:ph type="body"/>
          </p:nvPr>
        </p:nvSpPr>
        <p:spPr>
          <a:xfrm>
            <a:off x="457200" y="1599840"/>
            <a:ext cx="8229600" cy="5257800"/>
          </a:xfrm>
          <a:prstGeom prst="rect">
            <a:avLst/>
          </a:prstGeom>
          <a:noFill/>
          <a:ln w="0">
            <a:noFill/>
          </a:ln>
        </p:spPr>
        <p:txBody>
          <a:bodyPr lIns="45720" tIns="46800" rIns="45720" bIns="46800" anchor="t">
            <a:normAutofit/>
          </a:bodyPr>
          <a:lstStyle/>
          <a:p>
            <a:pPr marL="343080" indent="-341640">
              <a:spcBef>
                <a:spcPts val="6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Click to edit the outline text format</a:t>
            </a:r>
          </a:p>
          <a:p>
            <a:pPr marL="782640" lvl="1" indent="-325440"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Second Outline Level</a:t>
            </a:r>
          </a:p>
          <a:p>
            <a:pPr marL="1217520" lvl="2" indent="-303120">
              <a:spcBef>
                <a:spcPts val="6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Third Outline Level</a:t>
            </a:r>
          </a:p>
          <a:p>
            <a:pPr marL="1736640" lvl="3" indent="-365040"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Fourth Outline Level</a:t>
            </a:r>
          </a:p>
          <a:p>
            <a:pPr marL="2193840" lvl="4" indent="-365040">
              <a:spcBef>
                <a:spcPts val="601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Fifth Outline Level</a:t>
            </a:r>
          </a:p>
          <a:p>
            <a:pPr marL="2193840" lvl="5" indent="-365040">
              <a:spcBef>
                <a:spcPts val="601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Sixth Outline Level</a:t>
            </a:r>
          </a:p>
          <a:p>
            <a:pPr marL="2193840" lvl="6" indent="-365040">
              <a:spcBef>
                <a:spcPts val="601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Seventh Outline Level</a:t>
            </a:r>
          </a:p>
        </p:txBody>
      </p:sp>
      <p:sp>
        <p:nvSpPr>
          <p:cNvPr id="107" name="PlaceHolder 3"/>
          <p:cNvSpPr>
            <a:spLocks noGrp="1"/>
          </p:cNvSpPr>
          <p:nvPr>
            <p:ph type="sldNum" idx="6"/>
          </p:nvPr>
        </p:nvSpPr>
        <p:spPr>
          <a:xfrm>
            <a:off x="4419720" y="6171840"/>
            <a:ext cx="2133360" cy="368280"/>
          </a:xfrm>
          <a:prstGeom prst="rect">
            <a:avLst/>
          </a:prstGeom>
          <a:noFill/>
          <a:ln w="0">
            <a:noFill/>
          </a:ln>
        </p:spPr>
        <p:txBody>
          <a:bodyPr lIns="45720" tIns="46800" rIns="45720" bIns="468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200" b="0" strike="noStrike" spc="-1">
                <a:solidFill>
                  <a:srgbClr val="898989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55E256DE-A77D-4F97-9AB3-BBC6C362B887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CustomShape 1"/>
          <p:cNvSpPr/>
          <p:nvPr/>
        </p:nvSpPr>
        <p:spPr>
          <a:xfrm>
            <a:off x="0" y="0"/>
            <a:ext cx="9144000" cy="838080"/>
          </a:xfrm>
          <a:prstGeom prst="rect">
            <a:avLst/>
          </a:prstGeom>
          <a:solidFill>
            <a:srgbClr val="FF33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6800" rIns="45720" bIns="46800" anchor="t">
            <a:no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CustomShape 2"/>
          <p:cNvSpPr/>
          <p:nvPr/>
        </p:nvSpPr>
        <p:spPr>
          <a:xfrm flipV="1">
            <a:off x="0" y="6703200"/>
            <a:ext cx="9144000" cy="19836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6800" rIns="45720" bIns="46800" anchor="t">
            <a:no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0" name="Picture 10" descr="Picture 10"/>
          <p:cNvPicPr/>
          <p:nvPr/>
        </p:nvPicPr>
        <p:blipFill>
          <a:blip r:embed="rId2"/>
          <a:srcRect b="10714"/>
          <a:stretch/>
        </p:blipFill>
        <p:spPr>
          <a:xfrm>
            <a:off x="6553080" y="228600"/>
            <a:ext cx="2057400" cy="635040"/>
          </a:xfrm>
          <a:prstGeom prst="rect">
            <a:avLst/>
          </a:prstGeom>
          <a:ln w="0">
            <a:noFill/>
          </a:ln>
        </p:spPr>
      </p:pic>
      <p:pic>
        <p:nvPicPr>
          <p:cNvPr id="111" name="Picture 10" descr="Picture 10"/>
          <p:cNvPicPr/>
          <p:nvPr/>
        </p:nvPicPr>
        <p:blipFill>
          <a:blip r:embed="rId2"/>
          <a:srcRect b="10714"/>
          <a:stretch/>
        </p:blipFill>
        <p:spPr>
          <a:xfrm>
            <a:off x="6553080" y="228600"/>
            <a:ext cx="2057400" cy="635040"/>
          </a:xfrm>
          <a:prstGeom prst="rect">
            <a:avLst/>
          </a:prstGeom>
          <a:ln w="0">
            <a:noFill/>
          </a:ln>
        </p:spPr>
      </p:pic>
      <p:grpSp>
        <p:nvGrpSpPr>
          <p:cNvPr id="112" name="Group 3"/>
          <p:cNvGrpSpPr/>
          <p:nvPr/>
        </p:nvGrpSpPr>
        <p:grpSpPr>
          <a:xfrm>
            <a:off x="6146640" y="0"/>
            <a:ext cx="2997360" cy="876240"/>
            <a:chOff x="6146640" y="0"/>
            <a:chExt cx="2997360" cy="876240"/>
          </a:xfrm>
        </p:grpSpPr>
        <p:sp>
          <p:nvSpPr>
            <p:cNvPr id="113" name="CustomShape 4"/>
            <p:cNvSpPr/>
            <p:nvPr/>
          </p:nvSpPr>
          <p:spPr>
            <a:xfrm>
              <a:off x="6146640" y="0"/>
              <a:ext cx="2997360" cy="838080"/>
            </a:xfrm>
            <a:prstGeom prst="rect">
              <a:avLst/>
            </a:prstGeom>
            <a:solidFill>
              <a:srgbClr val="FF33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45720" rIns="45720" anchor="t">
              <a:noAutofit/>
            </a:bodyPr>
            <a:lstStyle/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114" name="Picture 9" descr="Picture 9"/>
            <p:cNvPicPr/>
            <p:nvPr/>
          </p:nvPicPr>
          <p:blipFill>
            <a:blip r:embed="rId2"/>
            <a:srcRect b="10714"/>
            <a:stretch/>
          </p:blipFill>
          <p:spPr>
            <a:xfrm>
              <a:off x="6553080" y="228600"/>
              <a:ext cx="2057400" cy="6350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15" name="CustomShape 5"/>
            <p:cNvSpPr/>
            <p:nvPr/>
          </p:nvSpPr>
          <p:spPr>
            <a:xfrm>
              <a:off x="6527880" y="190440"/>
              <a:ext cx="2076480" cy="68580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45720" rIns="45720" anchor="t">
              <a:noAutofit/>
            </a:bodyPr>
            <a:lstStyle/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116" name="Picture 15" descr="Picture 15"/>
          <p:cNvPicPr/>
          <p:nvPr/>
        </p:nvPicPr>
        <p:blipFill>
          <a:blip r:embed="rId3"/>
          <a:stretch/>
        </p:blipFill>
        <p:spPr>
          <a:xfrm>
            <a:off x="6553080" y="228600"/>
            <a:ext cx="1920960" cy="609480"/>
          </a:xfrm>
          <a:prstGeom prst="rect">
            <a:avLst/>
          </a:prstGeom>
          <a:ln w="0">
            <a:noFill/>
          </a:ln>
        </p:spPr>
      </p:pic>
      <p:pic>
        <p:nvPicPr>
          <p:cNvPr id="117" name="Picture 10" descr="Picture 10"/>
          <p:cNvPicPr/>
          <p:nvPr/>
        </p:nvPicPr>
        <p:blipFill>
          <a:blip r:embed="rId2"/>
          <a:srcRect b="10714"/>
          <a:stretch/>
        </p:blipFill>
        <p:spPr>
          <a:xfrm>
            <a:off x="6553080" y="228600"/>
            <a:ext cx="2057400" cy="635040"/>
          </a:xfrm>
          <a:prstGeom prst="rect">
            <a:avLst/>
          </a:prstGeom>
          <a:ln w="0">
            <a:noFill/>
          </a:ln>
        </p:spPr>
      </p:pic>
      <p:grpSp>
        <p:nvGrpSpPr>
          <p:cNvPr id="118" name="Group 6"/>
          <p:cNvGrpSpPr/>
          <p:nvPr/>
        </p:nvGrpSpPr>
        <p:grpSpPr>
          <a:xfrm>
            <a:off x="6146640" y="0"/>
            <a:ext cx="2997360" cy="876240"/>
            <a:chOff x="6146640" y="0"/>
            <a:chExt cx="2997360" cy="876240"/>
          </a:xfrm>
        </p:grpSpPr>
        <p:sp>
          <p:nvSpPr>
            <p:cNvPr id="119" name="CustomShape 7"/>
            <p:cNvSpPr/>
            <p:nvPr/>
          </p:nvSpPr>
          <p:spPr>
            <a:xfrm>
              <a:off x="6146640" y="0"/>
              <a:ext cx="2997360" cy="838080"/>
            </a:xfrm>
            <a:prstGeom prst="rect">
              <a:avLst/>
            </a:prstGeom>
            <a:solidFill>
              <a:srgbClr val="FF33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45720" rIns="45720" anchor="t">
              <a:noAutofit/>
            </a:bodyPr>
            <a:lstStyle/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120" name="Picture 9" descr="Picture 9"/>
            <p:cNvPicPr/>
            <p:nvPr/>
          </p:nvPicPr>
          <p:blipFill>
            <a:blip r:embed="rId2"/>
            <a:srcRect b="10714"/>
            <a:stretch/>
          </p:blipFill>
          <p:spPr>
            <a:xfrm>
              <a:off x="6553080" y="228600"/>
              <a:ext cx="2057400" cy="6350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21" name="CustomShape 8"/>
            <p:cNvSpPr/>
            <p:nvPr/>
          </p:nvSpPr>
          <p:spPr>
            <a:xfrm>
              <a:off x="6527880" y="190440"/>
              <a:ext cx="2076480" cy="68580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45720" rIns="45720" anchor="t">
              <a:noAutofit/>
            </a:bodyPr>
            <a:lstStyle/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122" name="Picture 15" descr="Picture 15"/>
          <p:cNvPicPr/>
          <p:nvPr/>
        </p:nvPicPr>
        <p:blipFill>
          <a:blip r:embed="rId3"/>
          <a:stretch/>
        </p:blipFill>
        <p:spPr>
          <a:xfrm>
            <a:off x="6553080" y="228600"/>
            <a:ext cx="1920960" cy="609480"/>
          </a:xfrm>
          <a:prstGeom prst="rect">
            <a:avLst/>
          </a:prstGeom>
          <a:ln w="0">
            <a:noFill/>
          </a:ln>
        </p:spPr>
      </p:pic>
      <p:sp>
        <p:nvSpPr>
          <p:cNvPr id="123" name="PlaceHolder 3"/>
          <p:cNvSpPr/>
          <p:nvPr/>
        </p:nvSpPr>
        <p:spPr>
          <a:xfrm>
            <a:off x="4673520" y="1604880"/>
            <a:ext cx="4016520" cy="397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43080" indent="-34164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457200" y="91800"/>
            <a:ext cx="8229600" cy="1508040"/>
          </a:xfrm>
          <a:prstGeom prst="rect">
            <a:avLst/>
          </a:prstGeom>
          <a:noFill/>
          <a:ln w="0">
            <a:noFill/>
          </a:ln>
        </p:spPr>
        <p:txBody>
          <a:bodyPr lIns="45720" tIns="46800" rIns="45720" bIns="46800" anchor="ctr">
            <a:noAutofit/>
          </a:bodyPr>
          <a:lstStyle/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0" strike="noStrike" spc="-1">
                <a:solidFill>
                  <a:srgbClr val="000000"/>
                </a:solidFill>
                <a:latin typeface="Calibri"/>
              </a:rPr>
              <a:t>Click to edit the title text format</a:t>
            </a:r>
          </a:p>
        </p:txBody>
      </p:sp>
      <p:sp>
        <p:nvSpPr>
          <p:cNvPr id="125" name="PlaceHolder 2"/>
          <p:cNvSpPr>
            <a:spLocks noGrp="1"/>
          </p:cNvSpPr>
          <p:nvPr>
            <p:ph type="body"/>
          </p:nvPr>
        </p:nvSpPr>
        <p:spPr>
          <a:xfrm>
            <a:off x="457200" y="1599840"/>
            <a:ext cx="8229600" cy="5257800"/>
          </a:xfrm>
          <a:prstGeom prst="rect">
            <a:avLst/>
          </a:prstGeom>
          <a:noFill/>
          <a:ln w="0">
            <a:noFill/>
          </a:ln>
        </p:spPr>
        <p:txBody>
          <a:bodyPr lIns="45720" tIns="46800" rIns="45720" bIns="46800" anchor="t">
            <a:normAutofit/>
          </a:bodyPr>
          <a:lstStyle/>
          <a:p>
            <a:pPr marL="343080" indent="-341640">
              <a:spcBef>
                <a:spcPts val="6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Click to edit the outline text format</a:t>
            </a:r>
          </a:p>
          <a:p>
            <a:pPr marL="782640" lvl="1" indent="-325440"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Second Outline Level</a:t>
            </a:r>
          </a:p>
          <a:p>
            <a:pPr marL="1217520" lvl="2" indent="-303120">
              <a:spcBef>
                <a:spcPts val="6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Third Outline Level</a:t>
            </a:r>
          </a:p>
          <a:p>
            <a:pPr marL="1736640" lvl="3" indent="-365040"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Fourth Outline Level</a:t>
            </a:r>
          </a:p>
          <a:p>
            <a:pPr marL="2193840" lvl="4" indent="-365040">
              <a:spcBef>
                <a:spcPts val="601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Fifth Outline Level</a:t>
            </a:r>
          </a:p>
          <a:p>
            <a:pPr marL="2193840" lvl="5" indent="-365040">
              <a:spcBef>
                <a:spcPts val="601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Sixth Outline Level</a:t>
            </a:r>
          </a:p>
          <a:p>
            <a:pPr marL="2193840" lvl="6" indent="-365040">
              <a:spcBef>
                <a:spcPts val="601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Seventh Outline Level</a:t>
            </a:r>
          </a:p>
        </p:txBody>
      </p:sp>
      <p:sp>
        <p:nvSpPr>
          <p:cNvPr id="126" name="PlaceHolder 3"/>
          <p:cNvSpPr>
            <a:spLocks noGrp="1"/>
          </p:cNvSpPr>
          <p:nvPr>
            <p:ph type="sldNum" idx="7"/>
          </p:nvPr>
        </p:nvSpPr>
        <p:spPr>
          <a:xfrm>
            <a:off x="4419720" y="6171840"/>
            <a:ext cx="2133360" cy="368280"/>
          </a:xfrm>
          <a:prstGeom prst="rect">
            <a:avLst/>
          </a:prstGeom>
          <a:noFill/>
          <a:ln w="0">
            <a:noFill/>
          </a:ln>
        </p:spPr>
        <p:txBody>
          <a:bodyPr lIns="45720" tIns="46800" rIns="45720" bIns="468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200" b="0" strike="noStrike" spc="-1">
                <a:solidFill>
                  <a:srgbClr val="898989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E0D7BE9F-C3E5-4C08-8BC0-217242137A91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CustomShape 1"/>
          <p:cNvSpPr/>
          <p:nvPr/>
        </p:nvSpPr>
        <p:spPr>
          <a:xfrm>
            <a:off x="0" y="0"/>
            <a:ext cx="9144000" cy="838080"/>
          </a:xfrm>
          <a:prstGeom prst="rect">
            <a:avLst/>
          </a:prstGeom>
          <a:solidFill>
            <a:srgbClr val="FF33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6800" rIns="45720" bIns="46800" anchor="t">
            <a:no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CustomShape 2"/>
          <p:cNvSpPr/>
          <p:nvPr/>
        </p:nvSpPr>
        <p:spPr>
          <a:xfrm flipV="1">
            <a:off x="0" y="6703200"/>
            <a:ext cx="9144000" cy="19836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6800" rIns="45720" bIns="46800" anchor="t">
            <a:no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9" name="Picture 10" descr="Picture 10"/>
          <p:cNvPicPr/>
          <p:nvPr/>
        </p:nvPicPr>
        <p:blipFill>
          <a:blip r:embed="rId2"/>
          <a:srcRect b="10714"/>
          <a:stretch/>
        </p:blipFill>
        <p:spPr>
          <a:xfrm>
            <a:off x="6553080" y="228600"/>
            <a:ext cx="2057400" cy="635040"/>
          </a:xfrm>
          <a:prstGeom prst="rect">
            <a:avLst/>
          </a:prstGeom>
          <a:ln w="0">
            <a:noFill/>
          </a:ln>
        </p:spPr>
      </p:pic>
      <p:pic>
        <p:nvPicPr>
          <p:cNvPr id="130" name="Picture 10" descr="Picture 10"/>
          <p:cNvPicPr/>
          <p:nvPr/>
        </p:nvPicPr>
        <p:blipFill>
          <a:blip r:embed="rId2"/>
          <a:srcRect b="10714"/>
          <a:stretch/>
        </p:blipFill>
        <p:spPr>
          <a:xfrm>
            <a:off x="6553080" y="228600"/>
            <a:ext cx="2057400" cy="635040"/>
          </a:xfrm>
          <a:prstGeom prst="rect">
            <a:avLst/>
          </a:prstGeom>
          <a:ln w="0">
            <a:noFill/>
          </a:ln>
        </p:spPr>
      </p:pic>
      <p:grpSp>
        <p:nvGrpSpPr>
          <p:cNvPr id="131" name="Group 3"/>
          <p:cNvGrpSpPr/>
          <p:nvPr/>
        </p:nvGrpSpPr>
        <p:grpSpPr>
          <a:xfrm>
            <a:off x="6146640" y="0"/>
            <a:ext cx="2997360" cy="876240"/>
            <a:chOff x="6146640" y="0"/>
            <a:chExt cx="2997360" cy="876240"/>
          </a:xfrm>
        </p:grpSpPr>
        <p:sp>
          <p:nvSpPr>
            <p:cNvPr id="132" name="CustomShape 4"/>
            <p:cNvSpPr/>
            <p:nvPr/>
          </p:nvSpPr>
          <p:spPr>
            <a:xfrm>
              <a:off x="6146640" y="0"/>
              <a:ext cx="2997360" cy="838080"/>
            </a:xfrm>
            <a:prstGeom prst="rect">
              <a:avLst/>
            </a:prstGeom>
            <a:solidFill>
              <a:srgbClr val="FF33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45720" rIns="45720" anchor="t">
              <a:noAutofit/>
            </a:bodyPr>
            <a:lstStyle/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133" name="Picture 9" descr="Picture 9"/>
            <p:cNvPicPr/>
            <p:nvPr/>
          </p:nvPicPr>
          <p:blipFill>
            <a:blip r:embed="rId2"/>
            <a:srcRect b="10714"/>
            <a:stretch/>
          </p:blipFill>
          <p:spPr>
            <a:xfrm>
              <a:off x="6553080" y="228600"/>
              <a:ext cx="2057400" cy="6350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34" name="CustomShape 5"/>
            <p:cNvSpPr/>
            <p:nvPr/>
          </p:nvSpPr>
          <p:spPr>
            <a:xfrm>
              <a:off x="6527880" y="190440"/>
              <a:ext cx="2076480" cy="68580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45720" rIns="45720" anchor="t">
              <a:noAutofit/>
            </a:bodyPr>
            <a:lstStyle/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135" name="Picture 15" descr="Picture 15"/>
          <p:cNvPicPr/>
          <p:nvPr/>
        </p:nvPicPr>
        <p:blipFill>
          <a:blip r:embed="rId3"/>
          <a:stretch/>
        </p:blipFill>
        <p:spPr>
          <a:xfrm>
            <a:off x="6553080" y="228600"/>
            <a:ext cx="1920960" cy="609480"/>
          </a:xfrm>
          <a:prstGeom prst="rect">
            <a:avLst/>
          </a:prstGeom>
          <a:ln w="0">
            <a:noFill/>
          </a:ln>
        </p:spPr>
      </p:pic>
      <p:pic>
        <p:nvPicPr>
          <p:cNvPr id="136" name="Picture 10" descr="Picture 10"/>
          <p:cNvPicPr/>
          <p:nvPr/>
        </p:nvPicPr>
        <p:blipFill>
          <a:blip r:embed="rId2"/>
          <a:srcRect b="10714"/>
          <a:stretch/>
        </p:blipFill>
        <p:spPr>
          <a:xfrm>
            <a:off x="6553080" y="228600"/>
            <a:ext cx="2057400" cy="635040"/>
          </a:xfrm>
          <a:prstGeom prst="rect">
            <a:avLst/>
          </a:prstGeom>
          <a:ln w="0">
            <a:noFill/>
          </a:ln>
        </p:spPr>
      </p:pic>
      <p:grpSp>
        <p:nvGrpSpPr>
          <p:cNvPr id="137" name="Group 6"/>
          <p:cNvGrpSpPr/>
          <p:nvPr/>
        </p:nvGrpSpPr>
        <p:grpSpPr>
          <a:xfrm>
            <a:off x="6146640" y="0"/>
            <a:ext cx="2997360" cy="876240"/>
            <a:chOff x="6146640" y="0"/>
            <a:chExt cx="2997360" cy="876240"/>
          </a:xfrm>
        </p:grpSpPr>
        <p:sp>
          <p:nvSpPr>
            <p:cNvPr id="138" name="CustomShape 7"/>
            <p:cNvSpPr/>
            <p:nvPr/>
          </p:nvSpPr>
          <p:spPr>
            <a:xfrm>
              <a:off x="6146640" y="0"/>
              <a:ext cx="2997360" cy="838080"/>
            </a:xfrm>
            <a:prstGeom prst="rect">
              <a:avLst/>
            </a:prstGeom>
            <a:solidFill>
              <a:srgbClr val="FF33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45720" rIns="45720" anchor="t">
              <a:noAutofit/>
            </a:bodyPr>
            <a:lstStyle/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139" name="Picture 9" descr="Picture 9"/>
            <p:cNvPicPr/>
            <p:nvPr/>
          </p:nvPicPr>
          <p:blipFill>
            <a:blip r:embed="rId2"/>
            <a:srcRect b="10714"/>
            <a:stretch/>
          </p:blipFill>
          <p:spPr>
            <a:xfrm>
              <a:off x="6553080" y="228600"/>
              <a:ext cx="2057400" cy="6350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40" name="CustomShape 8"/>
            <p:cNvSpPr/>
            <p:nvPr/>
          </p:nvSpPr>
          <p:spPr>
            <a:xfrm>
              <a:off x="6527880" y="190440"/>
              <a:ext cx="2076480" cy="68580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45720" rIns="45720" anchor="t">
              <a:noAutofit/>
            </a:bodyPr>
            <a:lstStyle/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141" name="Picture 15" descr="Picture 15"/>
          <p:cNvPicPr/>
          <p:nvPr/>
        </p:nvPicPr>
        <p:blipFill>
          <a:blip r:embed="rId3"/>
          <a:stretch/>
        </p:blipFill>
        <p:spPr>
          <a:xfrm>
            <a:off x="6553080" y="228600"/>
            <a:ext cx="1920960" cy="609480"/>
          </a:xfrm>
          <a:prstGeom prst="rect">
            <a:avLst/>
          </a:prstGeom>
          <a:ln w="0">
            <a:noFill/>
          </a:ln>
        </p:spPr>
      </p:pic>
      <p:sp>
        <p:nvSpPr>
          <p:cNvPr id="142" name="PlaceHolder 3"/>
          <p:cNvSpPr/>
          <p:nvPr/>
        </p:nvSpPr>
        <p:spPr>
          <a:xfrm>
            <a:off x="4673520" y="1604880"/>
            <a:ext cx="4016520" cy="1897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43080" indent="-34164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457200" y="91800"/>
            <a:ext cx="8229600" cy="1508040"/>
          </a:xfrm>
          <a:prstGeom prst="rect">
            <a:avLst/>
          </a:prstGeom>
          <a:noFill/>
          <a:ln w="0">
            <a:noFill/>
          </a:ln>
        </p:spPr>
        <p:txBody>
          <a:bodyPr lIns="45720" tIns="46800" rIns="45720" bIns="46800" anchor="ctr">
            <a:noAutofit/>
          </a:bodyPr>
          <a:lstStyle/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0" strike="noStrike" spc="-1">
                <a:solidFill>
                  <a:srgbClr val="000000"/>
                </a:solidFill>
                <a:latin typeface="Calibri"/>
              </a:rPr>
              <a:t>Click to edit the title text format</a:t>
            </a:r>
          </a:p>
        </p:txBody>
      </p:sp>
      <p:sp>
        <p:nvSpPr>
          <p:cNvPr id="144" name="PlaceHolder 2"/>
          <p:cNvSpPr>
            <a:spLocks noGrp="1"/>
          </p:cNvSpPr>
          <p:nvPr>
            <p:ph type="body"/>
          </p:nvPr>
        </p:nvSpPr>
        <p:spPr>
          <a:xfrm>
            <a:off x="457200" y="1599840"/>
            <a:ext cx="8229600" cy="5257800"/>
          </a:xfrm>
          <a:prstGeom prst="rect">
            <a:avLst/>
          </a:prstGeom>
          <a:noFill/>
          <a:ln w="0">
            <a:noFill/>
          </a:ln>
        </p:spPr>
        <p:txBody>
          <a:bodyPr lIns="45720" tIns="46800" rIns="45720" bIns="46800" anchor="t">
            <a:normAutofit/>
          </a:bodyPr>
          <a:lstStyle/>
          <a:p>
            <a:pPr marL="343080" indent="-341640">
              <a:spcBef>
                <a:spcPts val="6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Click to edit the outline text format</a:t>
            </a:r>
          </a:p>
          <a:p>
            <a:pPr marL="782640" lvl="1" indent="-325440"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Second Outline Level</a:t>
            </a:r>
          </a:p>
          <a:p>
            <a:pPr marL="1217520" lvl="2" indent="-303120">
              <a:spcBef>
                <a:spcPts val="6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Third Outline Level</a:t>
            </a:r>
          </a:p>
          <a:p>
            <a:pPr marL="1736640" lvl="3" indent="-365040"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Fourth Outline Level</a:t>
            </a:r>
          </a:p>
          <a:p>
            <a:pPr marL="2193840" lvl="4" indent="-365040">
              <a:spcBef>
                <a:spcPts val="601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Fifth Outline Level</a:t>
            </a:r>
          </a:p>
          <a:p>
            <a:pPr marL="2193840" lvl="5" indent="-365040">
              <a:spcBef>
                <a:spcPts val="601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Sixth Outline Level</a:t>
            </a:r>
          </a:p>
          <a:p>
            <a:pPr marL="2193840" lvl="6" indent="-365040">
              <a:spcBef>
                <a:spcPts val="601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Seventh Outline Level</a:t>
            </a:r>
          </a:p>
        </p:txBody>
      </p:sp>
      <p:sp>
        <p:nvSpPr>
          <p:cNvPr id="145" name="PlaceHolder 3"/>
          <p:cNvSpPr>
            <a:spLocks noGrp="1"/>
          </p:cNvSpPr>
          <p:nvPr>
            <p:ph type="sldNum" idx="8"/>
          </p:nvPr>
        </p:nvSpPr>
        <p:spPr>
          <a:xfrm>
            <a:off x="4419720" y="6171840"/>
            <a:ext cx="2133360" cy="368280"/>
          </a:xfrm>
          <a:prstGeom prst="rect">
            <a:avLst/>
          </a:prstGeom>
          <a:noFill/>
          <a:ln w="0">
            <a:noFill/>
          </a:ln>
        </p:spPr>
        <p:txBody>
          <a:bodyPr lIns="45720" tIns="46800" rIns="45720" bIns="468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200" b="0" strike="noStrike" spc="-1">
                <a:solidFill>
                  <a:srgbClr val="898989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62F390C7-FE43-43D0-93BB-08528D59CA6C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CustomShape 1"/>
          <p:cNvSpPr/>
          <p:nvPr/>
        </p:nvSpPr>
        <p:spPr>
          <a:xfrm>
            <a:off x="0" y="0"/>
            <a:ext cx="9144000" cy="838080"/>
          </a:xfrm>
          <a:prstGeom prst="rect">
            <a:avLst/>
          </a:prstGeom>
          <a:solidFill>
            <a:srgbClr val="FF33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6800" rIns="45720" bIns="46800" anchor="t">
            <a:no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CustomShape 2"/>
          <p:cNvSpPr/>
          <p:nvPr/>
        </p:nvSpPr>
        <p:spPr>
          <a:xfrm flipV="1">
            <a:off x="0" y="6703200"/>
            <a:ext cx="9144000" cy="19836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6800" rIns="45720" bIns="46800" anchor="t">
            <a:no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8" name="Picture 10" descr="Picture 10"/>
          <p:cNvPicPr/>
          <p:nvPr/>
        </p:nvPicPr>
        <p:blipFill>
          <a:blip r:embed="rId2"/>
          <a:srcRect b="10714"/>
          <a:stretch/>
        </p:blipFill>
        <p:spPr>
          <a:xfrm>
            <a:off x="6553080" y="228600"/>
            <a:ext cx="2057400" cy="635040"/>
          </a:xfrm>
          <a:prstGeom prst="rect">
            <a:avLst/>
          </a:prstGeom>
          <a:ln w="0">
            <a:noFill/>
          </a:ln>
        </p:spPr>
      </p:pic>
      <p:pic>
        <p:nvPicPr>
          <p:cNvPr id="149" name="Picture 10" descr="Picture 10"/>
          <p:cNvPicPr/>
          <p:nvPr/>
        </p:nvPicPr>
        <p:blipFill>
          <a:blip r:embed="rId2"/>
          <a:srcRect b="10714"/>
          <a:stretch/>
        </p:blipFill>
        <p:spPr>
          <a:xfrm>
            <a:off x="6553080" y="228600"/>
            <a:ext cx="2057400" cy="635040"/>
          </a:xfrm>
          <a:prstGeom prst="rect">
            <a:avLst/>
          </a:prstGeom>
          <a:ln w="0">
            <a:noFill/>
          </a:ln>
        </p:spPr>
      </p:pic>
      <p:grpSp>
        <p:nvGrpSpPr>
          <p:cNvPr id="150" name="Group 3"/>
          <p:cNvGrpSpPr/>
          <p:nvPr/>
        </p:nvGrpSpPr>
        <p:grpSpPr>
          <a:xfrm>
            <a:off x="6146640" y="0"/>
            <a:ext cx="2997360" cy="876240"/>
            <a:chOff x="6146640" y="0"/>
            <a:chExt cx="2997360" cy="876240"/>
          </a:xfrm>
        </p:grpSpPr>
        <p:sp>
          <p:nvSpPr>
            <p:cNvPr id="151" name="CustomShape 4"/>
            <p:cNvSpPr/>
            <p:nvPr/>
          </p:nvSpPr>
          <p:spPr>
            <a:xfrm>
              <a:off x="6146640" y="0"/>
              <a:ext cx="2997360" cy="838080"/>
            </a:xfrm>
            <a:prstGeom prst="rect">
              <a:avLst/>
            </a:prstGeom>
            <a:solidFill>
              <a:srgbClr val="FF33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45720" rIns="45720" anchor="t">
              <a:noAutofit/>
            </a:bodyPr>
            <a:lstStyle/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152" name="Picture 9" descr="Picture 9"/>
            <p:cNvPicPr/>
            <p:nvPr/>
          </p:nvPicPr>
          <p:blipFill>
            <a:blip r:embed="rId2"/>
            <a:srcRect b="10714"/>
            <a:stretch/>
          </p:blipFill>
          <p:spPr>
            <a:xfrm>
              <a:off x="6553080" y="228600"/>
              <a:ext cx="2057400" cy="6350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53" name="CustomShape 5"/>
            <p:cNvSpPr/>
            <p:nvPr/>
          </p:nvSpPr>
          <p:spPr>
            <a:xfrm>
              <a:off x="6527880" y="190440"/>
              <a:ext cx="2076480" cy="68580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45720" rIns="45720" anchor="t">
              <a:noAutofit/>
            </a:bodyPr>
            <a:lstStyle/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154" name="Picture 15" descr="Picture 15"/>
          <p:cNvPicPr/>
          <p:nvPr/>
        </p:nvPicPr>
        <p:blipFill>
          <a:blip r:embed="rId3"/>
          <a:stretch/>
        </p:blipFill>
        <p:spPr>
          <a:xfrm>
            <a:off x="6553080" y="228600"/>
            <a:ext cx="1920960" cy="609480"/>
          </a:xfrm>
          <a:prstGeom prst="rect">
            <a:avLst/>
          </a:prstGeom>
          <a:ln w="0">
            <a:noFill/>
          </a:ln>
        </p:spPr>
      </p:pic>
      <p:pic>
        <p:nvPicPr>
          <p:cNvPr id="155" name="Picture 10" descr="Picture 10"/>
          <p:cNvPicPr/>
          <p:nvPr/>
        </p:nvPicPr>
        <p:blipFill>
          <a:blip r:embed="rId2"/>
          <a:srcRect b="10714"/>
          <a:stretch/>
        </p:blipFill>
        <p:spPr>
          <a:xfrm>
            <a:off x="6553080" y="228600"/>
            <a:ext cx="2057400" cy="635040"/>
          </a:xfrm>
          <a:prstGeom prst="rect">
            <a:avLst/>
          </a:prstGeom>
          <a:ln w="0">
            <a:noFill/>
          </a:ln>
        </p:spPr>
      </p:pic>
      <p:grpSp>
        <p:nvGrpSpPr>
          <p:cNvPr id="156" name="Group 6"/>
          <p:cNvGrpSpPr/>
          <p:nvPr/>
        </p:nvGrpSpPr>
        <p:grpSpPr>
          <a:xfrm>
            <a:off x="6146640" y="0"/>
            <a:ext cx="2997360" cy="876240"/>
            <a:chOff x="6146640" y="0"/>
            <a:chExt cx="2997360" cy="876240"/>
          </a:xfrm>
        </p:grpSpPr>
        <p:sp>
          <p:nvSpPr>
            <p:cNvPr id="157" name="CustomShape 7"/>
            <p:cNvSpPr/>
            <p:nvPr/>
          </p:nvSpPr>
          <p:spPr>
            <a:xfrm>
              <a:off x="6146640" y="0"/>
              <a:ext cx="2997360" cy="838080"/>
            </a:xfrm>
            <a:prstGeom prst="rect">
              <a:avLst/>
            </a:prstGeom>
            <a:solidFill>
              <a:srgbClr val="FF33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45720" rIns="45720" anchor="t">
              <a:noAutofit/>
            </a:bodyPr>
            <a:lstStyle/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158" name="Picture 9" descr="Picture 9"/>
            <p:cNvPicPr/>
            <p:nvPr/>
          </p:nvPicPr>
          <p:blipFill>
            <a:blip r:embed="rId2"/>
            <a:srcRect b="10714"/>
            <a:stretch/>
          </p:blipFill>
          <p:spPr>
            <a:xfrm>
              <a:off x="6553080" y="228600"/>
              <a:ext cx="2057400" cy="6350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59" name="CustomShape 8"/>
            <p:cNvSpPr/>
            <p:nvPr/>
          </p:nvSpPr>
          <p:spPr>
            <a:xfrm>
              <a:off x="6527880" y="190440"/>
              <a:ext cx="2076480" cy="68580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45720" rIns="45720" anchor="t">
              <a:noAutofit/>
            </a:bodyPr>
            <a:lstStyle/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160" name="Picture 15" descr="Picture 15"/>
          <p:cNvPicPr/>
          <p:nvPr/>
        </p:nvPicPr>
        <p:blipFill>
          <a:blip r:embed="rId3"/>
          <a:stretch/>
        </p:blipFill>
        <p:spPr>
          <a:xfrm>
            <a:off x="6553080" y="228600"/>
            <a:ext cx="1920960" cy="609480"/>
          </a:xfrm>
          <a:prstGeom prst="rect">
            <a:avLst/>
          </a:prstGeom>
          <a:ln w="0">
            <a:noFill/>
          </a:ln>
        </p:spPr>
      </p:pic>
      <p:sp>
        <p:nvSpPr>
          <p:cNvPr id="161" name="PlaceHolder 3"/>
          <p:cNvSpPr/>
          <p:nvPr/>
        </p:nvSpPr>
        <p:spPr>
          <a:xfrm>
            <a:off x="4673520" y="1604880"/>
            <a:ext cx="4016520" cy="1897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43080" indent="-34164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PlaceHolder 1"/>
          <p:cNvSpPr>
            <a:spLocks noGrp="1"/>
          </p:cNvSpPr>
          <p:nvPr>
            <p:ph type="title"/>
          </p:nvPr>
        </p:nvSpPr>
        <p:spPr>
          <a:xfrm>
            <a:off x="457200" y="91800"/>
            <a:ext cx="8229600" cy="1508040"/>
          </a:xfrm>
          <a:prstGeom prst="rect">
            <a:avLst/>
          </a:prstGeom>
          <a:noFill/>
          <a:ln w="0">
            <a:noFill/>
          </a:ln>
        </p:spPr>
        <p:txBody>
          <a:bodyPr lIns="45720" tIns="46800" rIns="45720" bIns="46800" anchor="ctr">
            <a:noAutofit/>
          </a:bodyPr>
          <a:lstStyle/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0" strike="noStrike" spc="-1">
                <a:solidFill>
                  <a:srgbClr val="000000"/>
                </a:solidFill>
                <a:latin typeface="Calibri"/>
              </a:rPr>
              <a:t>Click to edit the title text format</a:t>
            </a:r>
          </a:p>
        </p:txBody>
      </p:sp>
      <p:sp>
        <p:nvSpPr>
          <p:cNvPr id="163" name="PlaceHolder 2"/>
          <p:cNvSpPr>
            <a:spLocks noGrp="1"/>
          </p:cNvSpPr>
          <p:nvPr>
            <p:ph type="body"/>
          </p:nvPr>
        </p:nvSpPr>
        <p:spPr>
          <a:xfrm>
            <a:off x="457200" y="1599840"/>
            <a:ext cx="8229600" cy="5257800"/>
          </a:xfrm>
          <a:prstGeom prst="rect">
            <a:avLst/>
          </a:prstGeom>
          <a:noFill/>
          <a:ln w="0">
            <a:noFill/>
          </a:ln>
        </p:spPr>
        <p:txBody>
          <a:bodyPr lIns="45720" tIns="46800" rIns="45720" bIns="46800" anchor="t">
            <a:normAutofit/>
          </a:bodyPr>
          <a:lstStyle/>
          <a:p>
            <a:pPr marL="343080" indent="-341640">
              <a:spcBef>
                <a:spcPts val="6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Click to edit the outline text format</a:t>
            </a:r>
          </a:p>
          <a:p>
            <a:pPr marL="782640" lvl="1" indent="-325440"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Second Outline Level</a:t>
            </a:r>
          </a:p>
          <a:p>
            <a:pPr marL="1217520" lvl="2" indent="-303120">
              <a:spcBef>
                <a:spcPts val="6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Third Outline Level</a:t>
            </a:r>
          </a:p>
          <a:p>
            <a:pPr marL="1736640" lvl="3" indent="-365040"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Fourth Outline Level</a:t>
            </a:r>
          </a:p>
          <a:p>
            <a:pPr marL="2193840" lvl="4" indent="-365040">
              <a:spcBef>
                <a:spcPts val="601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Fifth Outline Level</a:t>
            </a:r>
          </a:p>
          <a:p>
            <a:pPr marL="2193840" lvl="5" indent="-365040">
              <a:spcBef>
                <a:spcPts val="601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Sixth Outline Level</a:t>
            </a:r>
          </a:p>
          <a:p>
            <a:pPr marL="2193840" lvl="6" indent="-365040">
              <a:spcBef>
                <a:spcPts val="601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Seventh Outline Level</a:t>
            </a:r>
          </a:p>
        </p:txBody>
      </p:sp>
      <p:sp>
        <p:nvSpPr>
          <p:cNvPr id="164" name="PlaceHolder 3"/>
          <p:cNvSpPr>
            <a:spLocks noGrp="1"/>
          </p:cNvSpPr>
          <p:nvPr>
            <p:ph type="sldNum" idx="9"/>
          </p:nvPr>
        </p:nvSpPr>
        <p:spPr>
          <a:xfrm>
            <a:off x="4419720" y="6171840"/>
            <a:ext cx="2133360" cy="368280"/>
          </a:xfrm>
          <a:prstGeom prst="rect">
            <a:avLst/>
          </a:prstGeom>
          <a:noFill/>
          <a:ln w="0">
            <a:noFill/>
          </a:ln>
        </p:spPr>
        <p:txBody>
          <a:bodyPr lIns="45720" tIns="46800" rIns="45720" bIns="468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200" b="0" strike="noStrike" spc="-1">
                <a:solidFill>
                  <a:srgbClr val="898989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C15EC89F-B4E9-4AE8-AC20-A4083CF50686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CustomShape 1"/>
          <p:cNvSpPr/>
          <p:nvPr/>
        </p:nvSpPr>
        <p:spPr>
          <a:xfrm>
            <a:off x="0" y="0"/>
            <a:ext cx="9144000" cy="838080"/>
          </a:xfrm>
          <a:prstGeom prst="rect">
            <a:avLst/>
          </a:prstGeom>
          <a:solidFill>
            <a:srgbClr val="FF33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6800" rIns="45720" bIns="46800" anchor="t">
            <a:no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CustomShape 2"/>
          <p:cNvSpPr/>
          <p:nvPr/>
        </p:nvSpPr>
        <p:spPr>
          <a:xfrm flipV="1">
            <a:off x="0" y="6703200"/>
            <a:ext cx="9144000" cy="19836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6800" rIns="45720" bIns="46800" anchor="t">
            <a:no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7" name="Picture 10" descr="Picture 10"/>
          <p:cNvPicPr/>
          <p:nvPr/>
        </p:nvPicPr>
        <p:blipFill>
          <a:blip r:embed="rId2"/>
          <a:srcRect b="10714"/>
          <a:stretch/>
        </p:blipFill>
        <p:spPr>
          <a:xfrm>
            <a:off x="6553080" y="228600"/>
            <a:ext cx="2057400" cy="635040"/>
          </a:xfrm>
          <a:prstGeom prst="rect">
            <a:avLst/>
          </a:prstGeom>
          <a:ln w="0">
            <a:noFill/>
          </a:ln>
        </p:spPr>
      </p:pic>
      <p:pic>
        <p:nvPicPr>
          <p:cNvPr id="168" name="Picture 10" descr="Picture 10"/>
          <p:cNvPicPr/>
          <p:nvPr/>
        </p:nvPicPr>
        <p:blipFill>
          <a:blip r:embed="rId2"/>
          <a:srcRect b="10714"/>
          <a:stretch/>
        </p:blipFill>
        <p:spPr>
          <a:xfrm>
            <a:off x="6553080" y="228600"/>
            <a:ext cx="2057400" cy="635040"/>
          </a:xfrm>
          <a:prstGeom prst="rect">
            <a:avLst/>
          </a:prstGeom>
          <a:ln w="0">
            <a:noFill/>
          </a:ln>
        </p:spPr>
      </p:pic>
      <p:grpSp>
        <p:nvGrpSpPr>
          <p:cNvPr id="169" name="Group 3"/>
          <p:cNvGrpSpPr/>
          <p:nvPr/>
        </p:nvGrpSpPr>
        <p:grpSpPr>
          <a:xfrm>
            <a:off x="6146640" y="0"/>
            <a:ext cx="2997360" cy="876240"/>
            <a:chOff x="6146640" y="0"/>
            <a:chExt cx="2997360" cy="876240"/>
          </a:xfrm>
        </p:grpSpPr>
        <p:sp>
          <p:nvSpPr>
            <p:cNvPr id="170" name="CustomShape 4"/>
            <p:cNvSpPr/>
            <p:nvPr/>
          </p:nvSpPr>
          <p:spPr>
            <a:xfrm>
              <a:off x="6146640" y="0"/>
              <a:ext cx="2997360" cy="838080"/>
            </a:xfrm>
            <a:prstGeom prst="rect">
              <a:avLst/>
            </a:prstGeom>
            <a:solidFill>
              <a:srgbClr val="FF33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45720" rIns="45720" anchor="t">
              <a:noAutofit/>
            </a:bodyPr>
            <a:lstStyle/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171" name="Picture 9" descr="Picture 9"/>
            <p:cNvPicPr/>
            <p:nvPr/>
          </p:nvPicPr>
          <p:blipFill>
            <a:blip r:embed="rId2"/>
            <a:srcRect b="10714"/>
            <a:stretch/>
          </p:blipFill>
          <p:spPr>
            <a:xfrm>
              <a:off x="6553080" y="228600"/>
              <a:ext cx="2057400" cy="6350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72" name="CustomShape 5"/>
            <p:cNvSpPr/>
            <p:nvPr/>
          </p:nvSpPr>
          <p:spPr>
            <a:xfrm>
              <a:off x="6527880" y="190440"/>
              <a:ext cx="2076480" cy="68580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45720" rIns="45720" anchor="t">
              <a:noAutofit/>
            </a:bodyPr>
            <a:lstStyle/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173" name="Picture 15" descr="Picture 15"/>
          <p:cNvPicPr/>
          <p:nvPr/>
        </p:nvPicPr>
        <p:blipFill>
          <a:blip r:embed="rId3"/>
          <a:stretch/>
        </p:blipFill>
        <p:spPr>
          <a:xfrm>
            <a:off x="6553080" y="228600"/>
            <a:ext cx="1920960" cy="609480"/>
          </a:xfrm>
          <a:prstGeom prst="rect">
            <a:avLst/>
          </a:prstGeom>
          <a:ln w="0">
            <a:noFill/>
          </a:ln>
        </p:spPr>
      </p:pic>
      <p:pic>
        <p:nvPicPr>
          <p:cNvPr id="174" name="Picture 10" descr="Picture 10"/>
          <p:cNvPicPr/>
          <p:nvPr/>
        </p:nvPicPr>
        <p:blipFill>
          <a:blip r:embed="rId2"/>
          <a:srcRect b="10714"/>
          <a:stretch/>
        </p:blipFill>
        <p:spPr>
          <a:xfrm>
            <a:off x="6553080" y="228600"/>
            <a:ext cx="2057400" cy="635040"/>
          </a:xfrm>
          <a:prstGeom prst="rect">
            <a:avLst/>
          </a:prstGeom>
          <a:ln w="0">
            <a:noFill/>
          </a:ln>
        </p:spPr>
      </p:pic>
      <p:grpSp>
        <p:nvGrpSpPr>
          <p:cNvPr id="175" name="Group 6"/>
          <p:cNvGrpSpPr/>
          <p:nvPr/>
        </p:nvGrpSpPr>
        <p:grpSpPr>
          <a:xfrm>
            <a:off x="6146640" y="0"/>
            <a:ext cx="2997360" cy="876240"/>
            <a:chOff x="6146640" y="0"/>
            <a:chExt cx="2997360" cy="876240"/>
          </a:xfrm>
        </p:grpSpPr>
        <p:sp>
          <p:nvSpPr>
            <p:cNvPr id="176" name="CustomShape 7"/>
            <p:cNvSpPr/>
            <p:nvPr/>
          </p:nvSpPr>
          <p:spPr>
            <a:xfrm>
              <a:off x="6146640" y="0"/>
              <a:ext cx="2997360" cy="838080"/>
            </a:xfrm>
            <a:prstGeom prst="rect">
              <a:avLst/>
            </a:prstGeom>
            <a:solidFill>
              <a:srgbClr val="FF33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45720" rIns="45720" anchor="t">
              <a:noAutofit/>
            </a:bodyPr>
            <a:lstStyle/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177" name="Picture 9" descr="Picture 9"/>
            <p:cNvPicPr/>
            <p:nvPr/>
          </p:nvPicPr>
          <p:blipFill>
            <a:blip r:embed="rId2"/>
            <a:srcRect b="10714"/>
            <a:stretch/>
          </p:blipFill>
          <p:spPr>
            <a:xfrm>
              <a:off x="6553080" y="228600"/>
              <a:ext cx="2057400" cy="6350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78" name="CustomShape 8"/>
            <p:cNvSpPr/>
            <p:nvPr/>
          </p:nvSpPr>
          <p:spPr>
            <a:xfrm>
              <a:off x="6527880" y="190440"/>
              <a:ext cx="2076480" cy="68580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45720" rIns="45720" anchor="t">
              <a:noAutofit/>
            </a:bodyPr>
            <a:lstStyle/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179" name="Picture 15" descr="Picture 15"/>
          <p:cNvPicPr/>
          <p:nvPr/>
        </p:nvPicPr>
        <p:blipFill>
          <a:blip r:embed="rId3"/>
          <a:stretch/>
        </p:blipFill>
        <p:spPr>
          <a:xfrm>
            <a:off x="6553080" y="228600"/>
            <a:ext cx="1920960" cy="609480"/>
          </a:xfrm>
          <a:prstGeom prst="rect">
            <a:avLst/>
          </a:prstGeom>
          <a:ln w="0">
            <a:noFill/>
          </a:ln>
        </p:spPr>
      </p:pic>
      <p:sp>
        <p:nvSpPr>
          <p:cNvPr id="180" name="PlaceHolder 1"/>
          <p:cNvSpPr>
            <a:spLocks noGrp="1"/>
          </p:cNvSpPr>
          <p:nvPr>
            <p:ph type="title"/>
          </p:nvPr>
        </p:nvSpPr>
        <p:spPr>
          <a:xfrm>
            <a:off x="457200" y="91800"/>
            <a:ext cx="8229600" cy="1508040"/>
          </a:xfrm>
          <a:prstGeom prst="rect">
            <a:avLst/>
          </a:prstGeom>
          <a:noFill/>
          <a:ln w="0">
            <a:noFill/>
          </a:ln>
        </p:spPr>
        <p:txBody>
          <a:bodyPr lIns="45720" tIns="46800" rIns="45720" bIns="46800" anchor="ctr">
            <a:noAutofit/>
          </a:bodyPr>
          <a:lstStyle/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0" strike="noStrike" spc="-1">
                <a:solidFill>
                  <a:srgbClr val="000000"/>
                </a:solidFill>
                <a:latin typeface="Calibri"/>
              </a:rPr>
              <a:t>Click to edit the title text format</a:t>
            </a:r>
          </a:p>
        </p:txBody>
      </p:sp>
      <p:sp>
        <p:nvSpPr>
          <p:cNvPr id="181" name="PlaceHolder 2"/>
          <p:cNvSpPr>
            <a:spLocks noGrp="1"/>
          </p:cNvSpPr>
          <p:nvPr>
            <p:ph type="body"/>
          </p:nvPr>
        </p:nvSpPr>
        <p:spPr>
          <a:xfrm>
            <a:off x="457200" y="1599840"/>
            <a:ext cx="8229600" cy="5257800"/>
          </a:xfrm>
          <a:prstGeom prst="rect">
            <a:avLst/>
          </a:prstGeom>
          <a:noFill/>
          <a:ln w="0">
            <a:noFill/>
          </a:ln>
        </p:spPr>
        <p:txBody>
          <a:bodyPr lIns="45720" tIns="46800" rIns="45720" bIns="46800" anchor="t">
            <a:normAutofit/>
          </a:bodyPr>
          <a:lstStyle/>
          <a:p>
            <a:pPr marL="343080" indent="-341640">
              <a:spcBef>
                <a:spcPts val="6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Click to edit the outline text format</a:t>
            </a:r>
          </a:p>
          <a:p>
            <a:pPr marL="782640" lvl="1" indent="-325440"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Second Outline Level</a:t>
            </a:r>
          </a:p>
          <a:p>
            <a:pPr marL="1217520" lvl="2" indent="-303120">
              <a:spcBef>
                <a:spcPts val="6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Third Outline Level</a:t>
            </a:r>
          </a:p>
          <a:p>
            <a:pPr marL="1736640" lvl="3" indent="-365040"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Fourth Outline Level</a:t>
            </a:r>
          </a:p>
          <a:p>
            <a:pPr marL="2193840" lvl="4" indent="-365040">
              <a:spcBef>
                <a:spcPts val="601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Fifth Outline Level</a:t>
            </a:r>
          </a:p>
          <a:p>
            <a:pPr marL="2193840" lvl="5" indent="-365040">
              <a:spcBef>
                <a:spcPts val="601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Sixth Outline Level</a:t>
            </a:r>
          </a:p>
          <a:p>
            <a:pPr marL="2193840" lvl="6" indent="-365040">
              <a:spcBef>
                <a:spcPts val="601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Seventh Outline Level</a:t>
            </a:r>
          </a:p>
        </p:txBody>
      </p:sp>
      <p:sp>
        <p:nvSpPr>
          <p:cNvPr id="182" name="PlaceHolder 3"/>
          <p:cNvSpPr>
            <a:spLocks noGrp="1"/>
          </p:cNvSpPr>
          <p:nvPr>
            <p:ph type="sldNum" idx="10"/>
          </p:nvPr>
        </p:nvSpPr>
        <p:spPr>
          <a:xfrm>
            <a:off x="4419720" y="6171840"/>
            <a:ext cx="2133360" cy="368280"/>
          </a:xfrm>
          <a:prstGeom prst="rect">
            <a:avLst/>
          </a:prstGeom>
          <a:noFill/>
          <a:ln w="0">
            <a:noFill/>
          </a:ln>
        </p:spPr>
        <p:txBody>
          <a:bodyPr lIns="45720" tIns="46800" rIns="45720" bIns="468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200" b="0" strike="noStrike" spc="-1">
                <a:solidFill>
                  <a:srgbClr val="898989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182F284A-4DDC-4A87-8D3B-494F3F493436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CustomShape 1"/>
          <p:cNvSpPr/>
          <p:nvPr/>
        </p:nvSpPr>
        <p:spPr>
          <a:xfrm>
            <a:off x="0" y="0"/>
            <a:ext cx="9144000" cy="838080"/>
          </a:xfrm>
          <a:prstGeom prst="rect">
            <a:avLst/>
          </a:prstGeom>
          <a:solidFill>
            <a:srgbClr val="FF33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6800" rIns="45720" bIns="46800" anchor="t">
            <a:no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CustomShape 2"/>
          <p:cNvSpPr/>
          <p:nvPr/>
        </p:nvSpPr>
        <p:spPr>
          <a:xfrm flipV="1">
            <a:off x="0" y="6703200"/>
            <a:ext cx="9144000" cy="19836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6800" rIns="45720" bIns="46800" anchor="t">
            <a:no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5" name="Picture 10" descr="Picture 10"/>
          <p:cNvPicPr/>
          <p:nvPr/>
        </p:nvPicPr>
        <p:blipFill>
          <a:blip r:embed="rId2"/>
          <a:srcRect b="10714"/>
          <a:stretch/>
        </p:blipFill>
        <p:spPr>
          <a:xfrm>
            <a:off x="6553080" y="228600"/>
            <a:ext cx="2057400" cy="635040"/>
          </a:xfrm>
          <a:prstGeom prst="rect">
            <a:avLst/>
          </a:prstGeom>
          <a:ln w="0">
            <a:noFill/>
          </a:ln>
        </p:spPr>
      </p:pic>
      <p:pic>
        <p:nvPicPr>
          <p:cNvPr id="186" name="Picture 10" descr="Picture 10"/>
          <p:cNvPicPr/>
          <p:nvPr/>
        </p:nvPicPr>
        <p:blipFill>
          <a:blip r:embed="rId2"/>
          <a:srcRect b="10714"/>
          <a:stretch/>
        </p:blipFill>
        <p:spPr>
          <a:xfrm>
            <a:off x="6553080" y="228600"/>
            <a:ext cx="2057400" cy="635040"/>
          </a:xfrm>
          <a:prstGeom prst="rect">
            <a:avLst/>
          </a:prstGeom>
          <a:ln w="0">
            <a:noFill/>
          </a:ln>
        </p:spPr>
      </p:pic>
      <p:grpSp>
        <p:nvGrpSpPr>
          <p:cNvPr id="187" name="Group 3"/>
          <p:cNvGrpSpPr/>
          <p:nvPr/>
        </p:nvGrpSpPr>
        <p:grpSpPr>
          <a:xfrm>
            <a:off x="6146640" y="0"/>
            <a:ext cx="2997360" cy="876240"/>
            <a:chOff x="6146640" y="0"/>
            <a:chExt cx="2997360" cy="876240"/>
          </a:xfrm>
        </p:grpSpPr>
        <p:sp>
          <p:nvSpPr>
            <p:cNvPr id="188" name="CustomShape 4"/>
            <p:cNvSpPr/>
            <p:nvPr/>
          </p:nvSpPr>
          <p:spPr>
            <a:xfrm>
              <a:off x="6146640" y="0"/>
              <a:ext cx="2997360" cy="838080"/>
            </a:xfrm>
            <a:prstGeom prst="rect">
              <a:avLst/>
            </a:prstGeom>
            <a:solidFill>
              <a:srgbClr val="FF33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45720" rIns="45720" anchor="t">
              <a:noAutofit/>
            </a:bodyPr>
            <a:lstStyle/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189" name="Picture 9" descr="Picture 9"/>
            <p:cNvPicPr/>
            <p:nvPr/>
          </p:nvPicPr>
          <p:blipFill>
            <a:blip r:embed="rId2"/>
            <a:srcRect b="10714"/>
            <a:stretch/>
          </p:blipFill>
          <p:spPr>
            <a:xfrm>
              <a:off x="6553080" y="228600"/>
              <a:ext cx="2057400" cy="6350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90" name="CustomShape 5"/>
            <p:cNvSpPr/>
            <p:nvPr/>
          </p:nvSpPr>
          <p:spPr>
            <a:xfrm>
              <a:off x="6527880" y="190440"/>
              <a:ext cx="2076480" cy="68580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45720" rIns="45720" anchor="t">
              <a:noAutofit/>
            </a:bodyPr>
            <a:lstStyle/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191" name="Picture 15" descr="Picture 15"/>
          <p:cNvPicPr/>
          <p:nvPr/>
        </p:nvPicPr>
        <p:blipFill>
          <a:blip r:embed="rId3"/>
          <a:stretch/>
        </p:blipFill>
        <p:spPr>
          <a:xfrm>
            <a:off x="6553080" y="228600"/>
            <a:ext cx="1920960" cy="609480"/>
          </a:xfrm>
          <a:prstGeom prst="rect">
            <a:avLst/>
          </a:prstGeom>
          <a:ln w="0">
            <a:noFill/>
          </a:ln>
        </p:spPr>
      </p:pic>
      <p:pic>
        <p:nvPicPr>
          <p:cNvPr id="192" name="Picture 10" descr="Picture 10"/>
          <p:cNvPicPr/>
          <p:nvPr/>
        </p:nvPicPr>
        <p:blipFill>
          <a:blip r:embed="rId2"/>
          <a:srcRect b="10714"/>
          <a:stretch/>
        </p:blipFill>
        <p:spPr>
          <a:xfrm>
            <a:off x="6553080" y="228600"/>
            <a:ext cx="2057400" cy="635040"/>
          </a:xfrm>
          <a:prstGeom prst="rect">
            <a:avLst/>
          </a:prstGeom>
          <a:ln w="0">
            <a:noFill/>
          </a:ln>
        </p:spPr>
      </p:pic>
      <p:grpSp>
        <p:nvGrpSpPr>
          <p:cNvPr id="193" name="Group 6"/>
          <p:cNvGrpSpPr/>
          <p:nvPr/>
        </p:nvGrpSpPr>
        <p:grpSpPr>
          <a:xfrm>
            <a:off x="6146640" y="0"/>
            <a:ext cx="2997360" cy="876240"/>
            <a:chOff x="6146640" y="0"/>
            <a:chExt cx="2997360" cy="876240"/>
          </a:xfrm>
        </p:grpSpPr>
        <p:sp>
          <p:nvSpPr>
            <p:cNvPr id="194" name="CustomShape 7"/>
            <p:cNvSpPr/>
            <p:nvPr/>
          </p:nvSpPr>
          <p:spPr>
            <a:xfrm>
              <a:off x="6146640" y="0"/>
              <a:ext cx="2997360" cy="838080"/>
            </a:xfrm>
            <a:prstGeom prst="rect">
              <a:avLst/>
            </a:prstGeom>
            <a:solidFill>
              <a:srgbClr val="FF33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45720" rIns="45720" anchor="t">
              <a:noAutofit/>
            </a:bodyPr>
            <a:lstStyle/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195" name="Picture 9" descr="Picture 9"/>
            <p:cNvPicPr/>
            <p:nvPr/>
          </p:nvPicPr>
          <p:blipFill>
            <a:blip r:embed="rId2"/>
            <a:srcRect b="10714"/>
            <a:stretch/>
          </p:blipFill>
          <p:spPr>
            <a:xfrm>
              <a:off x="6553080" y="228600"/>
              <a:ext cx="2057400" cy="6350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96" name="CustomShape 8"/>
            <p:cNvSpPr/>
            <p:nvPr/>
          </p:nvSpPr>
          <p:spPr>
            <a:xfrm>
              <a:off x="6527880" y="190440"/>
              <a:ext cx="2076480" cy="68580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45720" rIns="45720" anchor="t">
              <a:noAutofit/>
            </a:bodyPr>
            <a:lstStyle/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197" name="Picture 15" descr="Picture 15"/>
          <p:cNvPicPr/>
          <p:nvPr/>
        </p:nvPicPr>
        <p:blipFill>
          <a:blip r:embed="rId3"/>
          <a:stretch/>
        </p:blipFill>
        <p:spPr>
          <a:xfrm>
            <a:off x="6553080" y="228600"/>
            <a:ext cx="1920960" cy="609480"/>
          </a:xfrm>
          <a:prstGeom prst="rect">
            <a:avLst/>
          </a:prstGeom>
          <a:ln w="0">
            <a:noFill/>
          </a:ln>
        </p:spPr>
      </p:pic>
      <p:sp>
        <p:nvSpPr>
          <p:cNvPr id="198" name="PlaceHolder 3"/>
          <p:cNvSpPr/>
          <p:nvPr/>
        </p:nvSpPr>
        <p:spPr>
          <a:xfrm>
            <a:off x="4673520" y="1604880"/>
            <a:ext cx="4016520" cy="1897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43080" indent="-34164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PlaceHolder 4"/>
          <p:cNvSpPr/>
          <p:nvPr/>
        </p:nvSpPr>
        <p:spPr>
          <a:xfrm>
            <a:off x="457200" y="3681360"/>
            <a:ext cx="4016520" cy="1897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43080" indent="-34164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PlaceHolder 1"/>
          <p:cNvSpPr>
            <a:spLocks noGrp="1"/>
          </p:cNvSpPr>
          <p:nvPr>
            <p:ph type="title"/>
          </p:nvPr>
        </p:nvSpPr>
        <p:spPr>
          <a:xfrm>
            <a:off x="457200" y="91800"/>
            <a:ext cx="8229600" cy="1508040"/>
          </a:xfrm>
          <a:prstGeom prst="rect">
            <a:avLst/>
          </a:prstGeom>
          <a:noFill/>
          <a:ln w="0">
            <a:noFill/>
          </a:ln>
        </p:spPr>
        <p:txBody>
          <a:bodyPr lIns="45720" tIns="46800" rIns="45720" bIns="46800" anchor="ctr">
            <a:noAutofit/>
          </a:bodyPr>
          <a:lstStyle/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0" strike="noStrike" spc="-1">
                <a:solidFill>
                  <a:srgbClr val="000000"/>
                </a:solidFill>
                <a:latin typeface="Calibri"/>
              </a:rPr>
              <a:t>Click to edit the title text format</a:t>
            </a:r>
          </a:p>
        </p:txBody>
      </p:sp>
      <p:sp>
        <p:nvSpPr>
          <p:cNvPr id="201" name="PlaceHolder 2"/>
          <p:cNvSpPr>
            <a:spLocks noGrp="1"/>
          </p:cNvSpPr>
          <p:nvPr>
            <p:ph type="body"/>
          </p:nvPr>
        </p:nvSpPr>
        <p:spPr>
          <a:xfrm>
            <a:off x="457200" y="1599840"/>
            <a:ext cx="8229600" cy="5257800"/>
          </a:xfrm>
          <a:prstGeom prst="rect">
            <a:avLst/>
          </a:prstGeom>
          <a:noFill/>
          <a:ln w="0">
            <a:noFill/>
          </a:ln>
        </p:spPr>
        <p:txBody>
          <a:bodyPr lIns="45720" tIns="46800" rIns="45720" bIns="46800" anchor="t">
            <a:normAutofit/>
          </a:bodyPr>
          <a:lstStyle/>
          <a:p>
            <a:pPr marL="343080" indent="-341640">
              <a:spcBef>
                <a:spcPts val="6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Click to edit the outline text format</a:t>
            </a:r>
          </a:p>
          <a:p>
            <a:pPr marL="782640" lvl="1" indent="-325440"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Second Outline Level</a:t>
            </a:r>
          </a:p>
          <a:p>
            <a:pPr marL="1217520" lvl="2" indent="-303120">
              <a:spcBef>
                <a:spcPts val="6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Third Outline Level</a:t>
            </a:r>
          </a:p>
          <a:p>
            <a:pPr marL="1736640" lvl="3" indent="-365040"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Fourth Outline Level</a:t>
            </a:r>
          </a:p>
          <a:p>
            <a:pPr marL="2193840" lvl="4" indent="-365040">
              <a:spcBef>
                <a:spcPts val="601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Fifth Outline Level</a:t>
            </a:r>
          </a:p>
          <a:p>
            <a:pPr marL="2193840" lvl="5" indent="-365040">
              <a:spcBef>
                <a:spcPts val="601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Sixth Outline Level</a:t>
            </a:r>
          </a:p>
          <a:p>
            <a:pPr marL="2193840" lvl="6" indent="-365040">
              <a:spcBef>
                <a:spcPts val="601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Seventh Outline Level</a:t>
            </a:r>
          </a:p>
        </p:txBody>
      </p:sp>
      <p:sp>
        <p:nvSpPr>
          <p:cNvPr id="202" name="PlaceHolder 3"/>
          <p:cNvSpPr>
            <a:spLocks noGrp="1"/>
          </p:cNvSpPr>
          <p:nvPr>
            <p:ph type="sldNum" idx="11"/>
          </p:nvPr>
        </p:nvSpPr>
        <p:spPr>
          <a:xfrm>
            <a:off x="4419720" y="6171840"/>
            <a:ext cx="2133360" cy="368280"/>
          </a:xfrm>
          <a:prstGeom prst="rect">
            <a:avLst/>
          </a:prstGeom>
          <a:noFill/>
          <a:ln w="0">
            <a:noFill/>
          </a:ln>
        </p:spPr>
        <p:txBody>
          <a:bodyPr lIns="45720" tIns="46800" rIns="45720" bIns="468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200" b="0" strike="noStrike" spc="-1">
                <a:solidFill>
                  <a:srgbClr val="898989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A6906C5D-627E-487F-AB96-4636A08B7B73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CustomShape 1"/>
          <p:cNvSpPr/>
          <p:nvPr/>
        </p:nvSpPr>
        <p:spPr>
          <a:xfrm>
            <a:off x="0" y="0"/>
            <a:ext cx="9144000" cy="838080"/>
          </a:xfrm>
          <a:prstGeom prst="rect">
            <a:avLst/>
          </a:prstGeom>
          <a:solidFill>
            <a:srgbClr val="FF33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6800" rIns="45720" bIns="46800" anchor="t">
            <a:no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CustomShape 2"/>
          <p:cNvSpPr/>
          <p:nvPr/>
        </p:nvSpPr>
        <p:spPr>
          <a:xfrm flipV="1">
            <a:off x="0" y="6703200"/>
            <a:ext cx="9144000" cy="19836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6800" rIns="45720" bIns="46800" anchor="t">
            <a:no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5" name="Picture 10" descr="Picture 10"/>
          <p:cNvPicPr/>
          <p:nvPr/>
        </p:nvPicPr>
        <p:blipFill>
          <a:blip r:embed="rId2"/>
          <a:srcRect b="10714"/>
          <a:stretch/>
        </p:blipFill>
        <p:spPr>
          <a:xfrm>
            <a:off x="6553080" y="228600"/>
            <a:ext cx="2057400" cy="635040"/>
          </a:xfrm>
          <a:prstGeom prst="rect">
            <a:avLst/>
          </a:prstGeom>
          <a:ln w="0">
            <a:noFill/>
          </a:ln>
        </p:spPr>
      </p:pic>
      <p:pic>
        <p:nvPicPr>
          <p:cNvPr id="206" name="Picture 10" descr="Picture 10"/>
          <p:cNvPicPr/>
          <p:nvPr/>
        </p:nvPicPr>
        <p:blipFill>
          <a:blip r:embed="rId2"/>
          <a:srcRect b="10714"/>
          <a:stretch/>
        </p:blipFill>
        <p:spPr>
          <a:xfrm>
            <a:off x="6553080" y="228600"/>
            <a:ext cx="2057400" cy="635040"/>
          </a:xfrm>
          <a:prstGeom prst="rect">
            <a:avLst/>
          </a:prstGeom>
          <a:ln w="0">
            <a:noFill/>
          </a:ln>
        </p:spPr>
      </p:pic>
      <p:grpSp>
        <p:nvGrpSpPr>
          <p:cNvPr id="207" name="Group 3"/>
          <p:cNvGrpSpPr/>
          <p:nvPr/>
        </p:nvGrpSpPr>
        <p:grpSpPr>
          <a:xfrm>
            <a:off x="6146640" y="0"/>
            <a:ext cx="2997360" cy="876240"/>
            <a:chOff x="6146640" y="0"/>
            <a:chExt cx="2997360" cy="876240"/>
          </a:xfrm>
        </p:grpSpPr>
        <p:sp>
          <p:nvSpPr>
            <p:cNvPr id="208" name="CustomShape 4"/>
            <p:cNvSpPr/>
            <p:nvPr/>
          </p:nvSpPr>
          <p:spPr>
            <a:xfrm>
              <a:off x="6146640" y="0"/>
              <a:ext cx="2997360" cy="838080"/>
            </a:xfrm>
            <a:prstGeom prst="rect">
              <a:avLst/>
            </a:prstGeom>
            <a:solidFill>
              <a:srgbClr val="FF33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45720" rIns="45720" anchor="t">
              <a:noAutofit/>
            </a:bodyPr>
            <a:lstStyle/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209" name="Picture 9" descr="Picture 9"/>
            <p:cNvPicPr/>
            <p:nvPr/>
          </p:nvPicPr>
          <p:blipFill>
            <a:blip r:embed="rId2"/>
            <a:srcRect b="10714"/>
            <a:stretch/>
          </p:blipFill>
          <p:spPr>
            <a:xfrm>
              <a:off x="6553080" y="228600"/>
              <a:ext cx="2057400" cy="6350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210" name="CustomShape 5"/>
            <p:cNvSpPr/>
            <p:nvPr/>
          </p:nvSpPr>
          <p:spPr>
            <a:xfrm>
              <a:off x="6527880" y="190440"/>
              <a:ext cx="2076480" cy="68580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45720" rIns="45720" anchor="t">
              <a:noAutofit/>
            </a:bodyPr>
            <a:lstStyle/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211" name="Picture 15" descr="Picture 15"/>
          <p:cNvPicPr/>
          <p:nvPr/>
        </p:nvPicPr>
        <p:blipFill>
          <a:blip r:embed="rId3"/>
          <a:stretch/>
        </p:blipFill>
        <p:spPr>
          <a:xfrm>
            <a:off x="6553080" y="228600"/>
            <a:ext cx="1920960" cy="609480"/>
          </a:xfrm>
          <a:prstGeom prst="rect">
            <a:avLst/>
          </a:prstGeom>
          <a:ln w="0">
            <a:noFill/>
          </a:ln>
        </p:spPr>
      </p:pic>
      <p:pic>
        <p:nvPicPr>
          <p:cNvPr id="212" name="Picture 10" descr="Picture 10"/>
          <p:cNvPicPr/>
          <p:nvPr/>
        </p:nvPicPr>
        <p:blipFill>
          <a:blip r:embed="rId2"/>
          <a:srcRect b="10714"/>
          <a:stretch/>
        </p:blipFill>
        <p:spPr>
          <a:xfrm>
            <a:off x="6553080" y="228600"/>
            <a:ext cx="2057400" cy="635040"/>
          </a:xfrm>
          <a:prstGeom prst="rect">
            <a:avLst/>
          </a:prstGeom>
          <a:ln w="0">
            <a:noFill/>
          </a:ln>
        </p:spPr>
      </p:pic>
      <p:grpSp>
        <p:nvGrpSpPr>
          <p:cNvPr id="213" name="Group 6"/>
          <p:cNvGrpSpPr/>
          <p:nvPr/>
        </p:nvGrpSpPr>
        <p:grpSpPr>
          <a:xfrm>
            <a:off x="6146640" y="0"/>
            <a:ext cx="2997360" cy="876240"/>
            <a:chOff x="6146640" y="0"/>
            <a:chExt cx="2997360" cy="876240"/>
          </a:xfrm>
        </p:grpSpPr>
        <p:sp>
          <p:nvSpPr>
            <p:cNvPr id="214" name="CustomShape 7"/>
            <p:cNvSpPr/>
            <p:nvPr/>
          </p:nvSpPr>
          <p:spPr>
            <a:xfrm>
              <a:off x="6146640" y="0"/>
              <a:ext cx="2997360" cy="838080"/>
            </a:xfrm>
            <a:prstGeom prst="rect">
              <a:avLst/>
            </a:prstGeom>
            <a:solidFill>
              <a:srgbClr val="FF33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45720" rIns="45720" anchor="t">
              <a:noAutofit/>
            </a:bodyPr>
            <a:lstStyle/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215" name="Picture 9" descr="Picture 9"/>
            <p:cNvPicPr/>
            <p:nvPr/>
          </p:nvPicPr>
          <p:blipFill>
            <a:blip r:embed="rId2"/>
            <a:srcRect b="10714"/>
            <a:stretch/>
          </p:blipFill>
          <p:spPr>
            <a:xfrm>
              <a:off x="6553080" y="228600"/>
              <a:ext cx="2057400" cy="6350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216" name="CustomShape 8"/>
            <p:cNvSpPr/>
            <p:nvPr/>
          </p:nvSpPr>
          <p:spPr>
            <a:xfrm>
              <a:off x="6527880" y="190440"/>
              <a:ext cx="2076480" cy="68580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45720" rIns="45720" anchor="t">
              <a:noAutofit/>
            </a:bodyPr>
            <a:lstStyle/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217" name="Picture 15" descr="Picture 15"/>
          <p:cNvPicPr/>
          <p:nvPr/>
        </p:nvPicPr>
        <p:blipFill>
          <a:blip r:embed="rId3"/>
          <a:stretch/>
        </p:blipFill>
        <p:spPr>
          <a:xfrm>
            <a:off x="6553080" y="228600"/>
            <a:ext cx="1920960" cy="609480"/>
          </a:xfrm>
          <a:prstGeom prst="rect">
            <a:avLst/>
          </a:prstGeom>
          <a:ln w="0">
            <a:noFill/>
          </a:ln>
        </p:spPr>
      </p:pic>
      <p:sp>
        <p:nvSpPr>
          <p:cNvPr id="218" name="PlaceHolder 3"/>
          <p:cNvSpPr/>
          <p:nvPr/>
        </p:nvSpPr>
        <p:spPr>
          <a:xfrm>
            <a:off x="3240000" y="1604880"/>
            <a:ext cx="2649600" cy="1897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43080" indent="-34164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PlaceHolder 4"/>
          <p:cNvSpPr/>
          <p:nvPr/>
        </p:nvSpPr>
        <p:spPr>
          <a:xfrm>
            <a:off x="6021360" y="1604880"/>
            <a:ext cx="2649600" cy="1897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43080" indent="-34164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PlaceHolder 5"/>
          <p:cNvSpPr/>
          <p:nvPr/>
        </p:nvSpPr>
        <p:spPr>
          <a:xfrm>
            <a:off x="457200" y="3681360"/>
            <a:ext cx="2649600" cy="1897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43080" indent="-34164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PlaceHolder 6"/>
          <p:cNvSpPr/>
          <p:nvPr/>
        </p:nvSpPr>
        <p:spPr>
          <a:xfrm>
            <a:off x="3240000" y="3681360"/>
            <a:ext cx="2649600" cy="1897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43080" indent="-34164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PlaceHolder 1"/>
          <p:cNvSpPr>
            <a:spLocks noGrp="1"/>
          </p:cNvSpPr>
          <p:nvPr>
            <p:ph type="title"/>
          </p:nvPr>
        </p:nvSpPr>
        <p:spPr>
          <a:xfrm>
            <a:off x="457200" y="91800"/>
            <a:ext cx="8229600" cy="1508040"/>
          </a:xfrm>
          <a:prstGeom prst="rect">
            <a:avLst/>
          </a:prstGeom>
          <a:noFill/>
          <a:ln w="0">
            <a:noFill/>
          </a:ln>
        </p:spPr>
        <p:txBody>
          <a:bodyPr lIns="45720" tIns="46800" rIns="45720" bIns="46800" anchor="ctr">
            <a:noAutofit/>
          </a:bodyPr>
          <a:lstStyle/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0" strike="noStrike" spc="-1">
                <a:solidFill>
                  <a:srgbClr val="000000"/>
                </a:solidFill>
                <a:latin typeface="Calibri"/>
              </a:rPr>
              <a:t>Click to edit the title text format</a:t>
            </a:r>
          </a:p>
        </p:txBody>
      </p:sp>
      <p:sp>
        <p:nvSpPr>
          <p:cNvPr id="223" name="PlaceHolder 2"/>
          <p:cNvSpPr>
            <a:spLocks noGrp="1"/>
          </p:cNvSpPr>
          <p:nvPr>
            <p:ph type="body"/>
          </p:nvPr>
        </p:nvSpPr>
        <p:spPr>
          <a:xfrm>
            <a:off x="457200" y="1599840"/>
            <a:ext cx="8229600" cy="5257800"/>
          </a:xfrm>
          <a:prstGeom prst="rect">
            <a:avLst/>
          </a:prstGeom>
          <a:noFill/>
          <a:ln w="0">
            <a:noFill/>
          </a:ln>
        </p:spPr>
        <p:txBody>
          <a:bodyPr lIns="45720" tIns="46800" rIns="45720" bIns="46800" anchor="t">
            <a:normAutofit/>
          </a:bodyPr>
          <a:lstStyle/>
          <a:p>
            <a:pPr marL="343080" indent="-341640">
              <a:spcBef>
                <a:spcPts val="6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Click to edit the outline text format</a:t>
            </a:r>
          </a:p>
          <a:p>
            <a:pPr marL="782640" lvl="1" indent="-325440"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Second Outline Level</a:t>
            </a:r>
          </a:p>
          <a:p>
            <a:pPr marL="1217520" lvl="2" indent="-303120">
              <a:spcBef>
                <a:spcPts val="6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Third Outline Level</a:t>
            </a:r>
          </a:p>
          <a:p>
            <a:pPr marL="1736640" lvl="3" indent="-365040"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Fourth Outline Level</a:t>
            </a:r>
          </a:p>
          <a:p>
            <a:pPr marL="2193840" lvl="4" indent="-365040">
              <a:spcBef>
                <a:spcPts val="601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Fifth Outline Level</a:t>
            </a:r>
          </a:p>
          <a:p>
            <a:pPr marL="2193840" lvl="5" indent="-365040">
              <a:spcBef>
                <a:spcPts val="601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Sixth Outline Level</a:t>
            </a:r>
          </a:p>
          <a:p>
            <a:pPr marL="2193840" lvl="6" indent="-365040">
              <a:spcBef>
                <a:spcPts val="601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Seventh Outline Level</a:t>
            </a:r>
          </a:p>
        </p:txBody>
      </p:sp>
      <p:sp>
        <p:nvSpPr>
          <p:cNvPr id="224" name="PlaceHolder 3"/>
          <p:cNvSpPr>
            <a:spLocks noGrp="1"/>
          </p:cNvSpPr>
          <p:nvPr>
            <p:ph type="sldNum" idx="12"/>
          </p:nvPr>
        </p:nvSpPr>
        <p:spPr>
          <a:xfrm>
            <a:off x="4419720" y="6171840"/>
            <a:ext cx="2133360" cy="368280"/>
          </a:xfrm>
          <a:prstGeom prst="rect">
            <a:avLst/>
          </a:prstGeom>
          <a:noFill/>
          <a:ln w="0">
            <a:noFill/>
          </a:ln>
        </p:spPr>
        <p:txBody>
          <a:bodyPr lIns="45720" tIns="46800" rIns="45720" bIns="468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200" b="0" strike="noStrike" spc="-1">
                <a:solidFill>
                  <a:srgbClr val="898989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E54879E6-9D3E-4436-94EE-F9F166810214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TextShape 1"/>
          <p:cNvSpPr/>
          <p:nvPr/>
        </p:nvSpPr>
        <p:spPr>
          <a:xfrm>
            <a:off x="46080" y="841320"/>
            <a:ext cx="9051840" cy="6464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6800" rIns="45720" bIns="468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Project Presentation of CO-OP Project at Industry (Module-2) (22CS421)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Neuromorphic Computing Chips for Low-Power Edge AI Applications</a:t>
            </a:r>
            <a:endParaRPr lang="en-US" sz="4800" b="0" strike="noStrike" spc="-1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br>
              <a:rPr sz="2000"/>
            </a:br>
            <a:r>
              <a:rPr lang="en-US" sz="20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Akshat Khurana | Akshat Gupta | Akshit Mishra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2210991227 | 2210991225 | 2210991239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Supervised By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Dept. of Computer Science Engineering, Chitkara University, Punjab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Department of Computer Science and Engineering, 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Chitkara University, Punjab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50000"/>
              </a:lnSpc>
              <a:spcBef>
                <a:spcPts val="4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TextShape 1"/>
          <p:cNvSpPr/>
          <p:nvPr/>
        </p:nvSpPr>
        <p:spPr>
          <a:xfrm>
            <a:off x="503280" y="127440"/>
            <a:ext cx="5927760" cy="58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6800" rIns="45720" bIns="468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Introduction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TextShape 3"/>
          <p:cNvSpPr/>
          <p:nvPr/>
        </p:nvSpPr>
        <p:spPr>
          <a:xfrm>
            <a:off x="8224920" y="6399360"/>
            <a:ext cx="743040" cy="27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45720" tIns="46800" rIns="45720" bIns="46800" anchor="ctr">
            <a:sp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8059BCDA-A15E-4B2D-8A28-686325FA4469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2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TextShape 2"/>
          <p:cNvSpPr/>
          <p:nvPr/>
        </p:nvSpPr>
        <p:spPr>
          <a:xfrm>
            <a:off x="209520" y="1109520"/>
            <a:ext cx="8747280" cy="48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6800" rIns="45720" bIns="46800" anchor="t">
            <a:spAutoFit/>
          </a:bodyPr>
          <a:lstStyle/>
          <a:p>
            <a:pPr marL="457200" indent="-317520">
              <a:lnSpc>
                <a:spcPct val="150000"/>
              </a:lnSpc>
              <a:spcBef>
                <a:spcPts val="400"/>
              </a:spcBef>
              <a:buClr>
                <a:srgbClr val="000000"/>
              </a:buClr>
              <a:buFont typeface="Times New Roman"/>
              <a:buChar char="●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Artificial intelligence (AI) now powers everything from voice assistants to autonomous vehicles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457200" indent="-317520">
              <a:lnSpc>
                <a:spcPct val="150000"/>
              </a:lnSpc>
              <a:spcBef>
                <a:spcPts val="400"/>
              </a:spcBef>
              <a:buClr>
                <a:srgbClr val="000000"/>
              </a:buClr>
              <a:buFont typeface="Times New Roman"/>
              <a:buChar char="●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Edge devices (wearables, drones, IoT sensors) must run AI under strict power and latency constraints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457200" indent="-317520">
              <a:lnSpc>
                <a:spcPct val="150000"/>
              </a:lnSpc>
              <a:spcBef>
                <a:spcPts val="400"/>
              </a:spcBef>
              <a:buClr>
                <a:srgbClr val="000000"/>
              </a:buClr>
              <a:buFont typeface="Times New Roman"/>
              <a:buChar char="●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Conventional GPUs and CPUs are too power-hungry for many edge deployments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457200" indent="-317520">
              <a:lnSpc>
                <a:spcPct val="150000"/>
              </a:lnSpc>
              <a:spcBef>
                <a:spcPts val="400"/>
              </a:spcBef>
              <a:buClr>
                <a:srgbClr val="000000"/>
              </a:buClr>
              <a:buFont typeface="Times New Roman"/>
              <a:buChar char="●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Neuromorphic computing mimics the brain's spiking neural architecture to deliver AI at ultra-low power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457200" indent="-317520">
              <a:lnSpc>
                <a:spcPct val="150000"/>
              </a:lnSpc>
              <a:spcBef>
                <a:spcPts val="400"/>
              </a:spcBef>
              <a:buClr>
                <a:srgbClr val="000000"/>
              </a:buClr>
              <a:buFont typeface="Times New Roman"/>
              <a:buChar char="●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This research evaluates neuromorphic chips as a practical solution for low-power edge AI applications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TextShape 1"/>
          <p:cNvSpPr/>
          <p:nvPr/>
        </p:nvSpPr>
        <p:spPr>
          <a:xfrm>
            <a:off x="503280" y="127440"/>
            <a:ext cx="5927760" cy="58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6800" rIns="45720" bIns="468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Problem Statement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TextShape 3"/>
          <p:cNvSpPr/>
          <p:nvPr/>
        </p:nvSpPr>
        <p:spPr>
          <a:xfrm>
            <a:off x="8224920" y="6399360"/>
            <a:ext cx="743040" cy="27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45720" tIns="46800" rIns="45720" bIns="46800" anchor="ctr">
            <a:sp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D9520037-5FD6-46AC-99FF-D33B28A19ED0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3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TextShape 2"/>
          <p:cNvSpPr/>
          <p:nvPr/>
        </p:nvSpPr>
        <p:spPr>
          <a:xfrm>
            <a:off x="209520" y="1109520"/>
            <a:ext cx="8747280" cy="4411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6800" rIns="45720" bIns="46800" anchor="t">
            <a:spAutoFit/>
          </a:bodyPr>
          <a:lstStyle/>
          <a:p>
            <a:pPr marL="457200" indent="-317520">
              <a:lnSpc>
                <a:spcPct val="150000"/>
              </a:lnSpc>
              <a:spcBef>
                <a:spcPts val="400"/>
              </a:spcBef>
              <a:buClr>
                <a:srgbClr val="000000"/>
              </a:buClr>
              <a:buFont typeface="Times New Roman"/>
              <a:buChar char="●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Modern AI models require up to 400W for training and 10W+ for inference on GPU-class hardware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457200" indent="-317520">
              <a:lnSpc>
                <a:spcPct val="150000"/>
              </a:lnSpc>
              <a:spcBef>
                <a:spcPts val="400"/>
              </a:spcBef>
              <a:buClr>
                <a:srgbClr val="000000"/>
              </a:buClr>
              <a:buFont typeface="Times New Roman"/>
              <a:buChar char="●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Edge devices typically operate on batteries with a budget of 1–10 mW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457200" indent="-317520">
              <a:lnSpc>
                <a:spcPct val="150000"/>
              </a:lnSpc>
              <a:spcBef>
                <a:spcPts val="400"/>
              </a:spcBef>
              <a:buClr>
                <a:srgbClr val="000000"/>
              </a:buClr>
              <a:buFont typeface="Times New Roman"/>
              <a:buChar char="●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Frame-based CNNs process all pixels every cycle - wasteful when most data is redundant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457200" indent="-317520">
              <a:lnSpc>
                <a:spcPct val="150000"/>
              </a:lnSpc>
              <a:spcBef>
                <a:spcPts val="400"/>
              </a:spcBef>
              <a:buClr>
                <a:srgbClr val="000000"/>
              </a:buClr>
              <a:buFont typeface="Times New Roman"/>
              <a:buChar char="●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Existing solutions trade accuracy for efficiency without addressing the fundamental compute paradigm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457200" indent="-317520">
              <a:lnSpc>
                <a:spcPct val="150000"/>
              </a:lnSpc>
              <a:spcBef>
                <a:spcPts val="400"/>
              </a:spcBef>
              <a:buClr>
                <a:srgbClr val="000000"/>
              </a:buClr>
              <a:buFont typeface="Times New Roman"/>
              <a:buChar char="●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A fundamentally different hardware-software co-design is needed to bridge the power gap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Shape"/>
          <p:cNvSpPr/>
          <p:nvPr/>
        </p:nvSpPr>
        <p:spPr>
          <a:xfrm>
            <a:off x="503280" y="127440"/>
            <a:ext cx="5927760" cy="58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6800" rIns="45720" bIns="46800" anchor="ctr">
            <a:spAutoFit/>
          </a:bodyPr>
          <a:lstStyle/>
          <a:p>
            <a:pPr algn="ctr"/>
            <a:r>
              <a:rPr lang="en-US" sz="3200" b="0" strike="noStrike" spc="-1">
                <a:solidFill>
                  <a:srgbClr val="000000"/>
                </a:solidFill>
                <a:latin typeface="Times New Roman"/>
              </a:rPr>
              <a:t>Background: From Biological Neurons to Silicon</a:t>
            </a:r>
          </a:p>
        </p:txBody>
      </p:sp>
      <p:sp>
        <p:nvSpPr>
          <p:cNvPr id="11" name="PageNum"/>
          <p:cNvSpPr/>
          <p:nvPr/>
        </p:nvSpPr>
        <p:spPr>
          <a:xfrm>
            <a:off x="8224920" y="6399360"/>
            <a:ext cx="743040" cy="27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45720" tIns="46800" rIns="45720" bIns="46800" anchor="ctr">
            <a:spAutoFit/>
          </a:bodyPr>
          <a:lstStyle/>
          <a:p>
            <a:pPr algn="r"/>
            <a:fld id="{8059BCDA-A15E-4B2D-8A28-686325FA4469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t>4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ContentShape"/>
          <p:cNvSpPr/>
          <p:nvPr/>
        </p:nvSpPr>
        <p:spPr>
          <a:xfrm>
            <a:off x="209520" y="800000"/>
            <a:ext cx="8747280" cy="520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6800" rIns="45720" bIns="46800" anchor="t">
            <a:spAutoFit/>
          </a:bodyPr>
          <a:lstStyle/>
          <a:p>
            <a:pPr marL="457200" indent="-317520">
              <a:lnSpc>
                <a:spcPct val="140000"/>
              </a:lnSpc>
              <a:spcBef>
                <a:spcPts val="300"/>
              </a:spcBef>
              <a:buClr>
                <a:srgbClr val="000000"/>
              </a:buClr>
              <a:buFont typeface="Times New Roman"/>
              <a:buChar char="●"/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</a:rPr>
              <a:t>Neurons receive electrical impulses through synapses; membrane potential accumulates until a firing threshold is reached</a:t>
            </a:r>
          </a:p>
          <a:p>
            <a:pPr marL="457200" indent="-317520">
              <a:lnSpc>
                <a:spcPct val="140000"/>
              </a:lnSpc>
              <a:spcBef>
                <a:spcPts val="300"/>
              </a:spcBef>
              <a:buClr>
                <a:srgbClr val="000000"/>
              </a:buClr>
              <a:buFont typeface="Times New Roman"/>
              <a:buChar char="●"/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</a:rPr>
              <a:t>After firing (action potential / spike), the neuron resets - energy is used ONLY during firing, enabling inherent efficiency</a:t>
            </a:r>
          </a:p>
          <a:p>
            <a:pPr marL="457200" indent="-317520">
              <a:lnSpc>
                <a:spcPct val="140000"/>
              </a:lnSpc>
              <a:spcBef>
                <a:spcPts val="300"/>
              </a:spcBef>
              <a:buClr>
                <a:srgbClr val="000000"/>
              </a:buClr>
              <a:buFont typeface="Times New Roman"/>
              <a:buChar char="●"/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</a:rPr>
              <a:t>Neuromorphic chips emulate this: each neuron circuit has an internal membrane potential variable that charges with incoming spikes</a:t>
            </a:r>
          </a:p>
          <a:p>
            <a:pPr marL="457200" indent="-317520">
              <a:lnSpc>
                <a:spcPct val="140000"/>
              </a:lnSpc>
              <a:spcBef>
                <a:spcPts val="300"/>
              </a:spcBef>
              <a:buClr>
                <a:srgbClr val="000000"/>
              </a:buClr>
              <a:buFont typeface="Times New Roman"/>
              <a:buChar char="●"/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</a:rPr>
              <a:t>Leaky Integrate-and-Fire (LIF) model: dv/dt = (I - v) / tau - simplest and most hardware-friendly biological neuron model</a:t>
            </a:r>
          </a:p>
          <a:p>
            <a:pPr marL="457200" indent="-317520">
              <a:lnSpc>
                <a:spcPct val="140000"/>
              </a:lnSpc>
              <a:spcBef>
                <a:spcPts val="300"/>
              </a:spcBef>
              <a:buClr>
                <a:srgbClr val="000000"/>
              </a:buClr>
              <a:buFont typeface="Times New Roman"/>
              <a:buChar char="●"/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</a:rPr>
              <a:t>LIF neurons reset to zero after firing and are widely implemented in silicon due to low circuit complexity</a:t>
            </a:r>
          </a:p>
          <a:p>
            <a:pPr marL="457200" indent="-317520">
              <a:lnSpc>
                <a:spcPct val="140000"/>
              </a:lnSpc>
              <a:spcBef>
                <a:spcPts val="300"/>
              </a:spcBef>
              <a:buClr>
                <a:srgbClr val="000000"/>
              </a:buClr>
              <a:buFont typeface="Times New Roman"/>
              <a:buChar char="●"/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</a:rPr>
              <a:t>The human brain runs ~86 billion neurons on less than 20 watts - the gold standard neuromorphic chips aim to approach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TextShape 1"/>
          <p:cNvSpPr/>
          <p:nvPr/>
        </p:nvSpPr>
        <p:spPr>
          <a:xfrm>
            <a:off x="503280" y="-116280"/>
            <a:ext cx="5927760" cy="1069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6800" rIns="45720" bIns="468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Spiking Neural Network (SNN) Architecture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TextShape 3"/>
          <p:cNvSpPr/>
          <p:nvPr/>
        </p:nvSpPr>
        <p:spPr>
          <a:xfrm>
            <a:off x="8224920" y="6399360"/>
            <a:ext cx="743040" cy="27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45720" tIns="46800" rIns="45720" bIns="46800" anchor="ctr">
            <a:sp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26E95B17-AB42-43FC-992D-0C869835A60E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5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TextShape 2"/>
          <p:cNvSpPr/>
          <p:nvPr/>
        </p:nvSpPr>
        <p:spPr>
          <a:xfrm>
            <a:off x="209520" y="1109520"/>
            <a:ext cx="8747280" cy="491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6800" rIns="45720" bIns="46800" anchor="t">
            <a:spAutoFit/>
          </a:bodyPr>
          <a:lstStyle/>
          <a:p>
            <a:pPr marL="457200" indent="-317520">
              <a:lnSpc>
                <a:spcPct val="150000"/>
              </a:lnSpc>
              <a:spcBef>
                <a:spcPts val="400"/>
              </a:spcBef>
              <a:buClr>
                <a:srgbClr val="000000"/>
              </a:buClr>
              <a:buFont typeface="Times New Roman"/>
              <a:buChar char="●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SNNs communicate via discrete spikes - neurons only fire when their membrane potential exceeds a threshold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457200" indent="-317520">
              <a:lnSpc>
                <a:spcPct val="150000"/>
              </a:lnSpc>
              <a:spcBef>
                <a:spcPts val="400"/>
              </a:spcBef>
              <a:buClr>
                <a:srgbClr val="000000"/>
              </a:buClr>
              <a:buFont typeface="Times New Roman"/>
              <a:buChar char="●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Leaky Integrate-and-Fire (LIF) model: dv/dt = (I - v) / tau - biological neuron approximation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457200" indent="-317520">
              <a:lnSpc>
                <a:spcPct val="150000"/>
              </a:lnSpc>
              <a:spcBef>
                <a:spcPts val="400"/>
              </a:spcBef>
              <a:buClr>
                <a:srgbClr val="000000"/>
              </a:buClr>
              <a:buFont typeface="Times New Roman"/>
              <a:buChar char="●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Event-driven computation: no spike = zero power consumed, unlike always-on CNN activations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457200" indent="-317520">
              <a:lnSpc>
                <a:spcPct val="150000"/>
              </a:lnSpc>
              <a:spcBef>
                <a:spcPts val="400"/>
              </a:spcBef>
              <a:buClr>
                <a:srgbClr val="000000"/>
              </a:buClr>
              <a:buFont typeface="Times New Roman"/>
              <a:buChar char="●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STDP (Spike-Timing Dependent Plasticity): on-chip unsupervised learning rule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457200" indent="-317520">
              <a:lnSpc>
                <a:spcPct val="150000"/>
              </a:lnSpc>
              <a:spcBef>
                <a:spcPts val="400"/>
              </a:spcBef>
              <a:buClr>
                <a:srgbClr val="000000"/>
              </a:buClr>
              <a:buFont typeface="Times New Roman"/>
              <a:buChar char="●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Asynchronous routing eliminates the clock - reduces idle power to under 1 mW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457200" indent="-317520">
              <a:lnSpc>
                <a:spcPct val="150000"/>
              </a:lnSpc>
              <a:spcBef>
                <a:spcPts val="400"/>
              </a:spcBef>
              <a:buClr>
                <a:srgbClr val="000000"/>
              </a:buClr>
              <a:buFont typeface="Times New Roman"/>
              <a:buChar char="●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On-chip SRAM stores synaptic weights locally - avoids costly off-chip memory access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Shape"/>
          <p:cNvSpPr/>
          <p:nvPr/>
        </p:nvSpPr>
        <p:spPr>
          <a:xfrm>
            <a:off x="503280" y="127440"/>
            <a:ext cx="5927760" cy="58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6800" rIns="45720" bIns="46800" anchor="ctr">
            <a:spAutoFit/>
          </a:bodyPr>
          <a:lstStyle/>
          <a:p>
            <a:pPr algn="ctr"/>
            <a:r>
              <a:rPr lang="en-US" sz="3200" b="0" strike="noStrike" spc="-1">
                <a:solidFill>
                  <a:srgbClr val="000000"/>
                </a:solidFill>
                <a:latin typeface="Times New Roman"/>
              </a:rPr>
              <a:t>Literature Review: Intel Loihi</a:t>
            </a:r>
          </a:p>
        </p:txBody>
      </p:sp>
      <p:sp>
        <p:nvSpPr>
          <p:cNvPr id="11" name="PageNum"/>
          <p:cNvSpPr/>
          <p:nvPr/>
        </p:nvSpPr>
        <p:spPr>
          <a:xfrm>
            <a:off x="8224920" y="6399360"/>
            <a:ext cx="743040" cy="27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45720" tIns="46800" rIns="45720" bIns="46800" anchor="ctr">
            <a:spAutoFit/>
          </a:bodyPr>
          <a:lstStyle/>
          <a:p>
            <a:pPr algn="r"/>
            <a:fld id="{8059BCDA-A15E-4B2D-8A28-686325FA4469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t>6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ContentShape"/>
          <p:cNvSpPr/>
          <p:nvPr/>
        </p:nvSpPr>
        <p:spPr>
          <a:xfrm>
            <a:off x="209520" y="800000"/>
            <a:ext cx="8747280" cy="520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6800" rIns="45720" bIns="46800" anchor="t">
            <a:spAutoFit/>
          </a:bodyPr>
          <a:lstStyle/>
          <a:p>
            <a:pPr marL="457200" indent="-317520">
              <a:lnSpc>
                <a:spcPct val="140000"/>
              </a:lnSpc>
              <a:spcBef>
                <a:spcPts val="300"/>
              </a:spcBef>
              <a:buClr>
                <a:srgbClr val="000000"/>
              </a:buClr>
              <a:buFont typeface="Times New Roman"/>
              <a:buChar char="●"/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</a:rPr>
              <a:t>Loihi (Davies et al., 2018): first fully digital neuromorphic research chip by Intel, built on 14 nm process technology</a:t>
            </a:r>
          </a:p>
          <a:p>
            <a:pPr marL="457200" indent="-317520">
              <a:lnSpc>
                <a:spcPct val="140000"/>
              </a:lnSpc>
              <a:spcBef>
                <a:spcPts val="300"/>
              </a:spcBef>
              <a:buClr>
                <a:srgbClr val="000000"/>
              </a:buClr>
              <a:buFont typeface="Times New Roman"/>
              <a:buChar char="●"/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</a:rPr>
              <a:t>128 cores, each simulating 1,024 neurons and synaptic connections - over 128 million potential simulated synapses</a:t>
            </a:r>
          </a:p>
          <a:p>
            <a:pPr marL="457200" indent="-317520">
              <a:lnSpc>
                <a:spcPct val="140000"/>
              </a:lnSpc>
              <a:spcBef>
                <a:spcPts val="300"/>
              </a:spcBef>
              <a:buClr>
                <a:srgbClr val="000000"/>
              </a:buClr>
              <a:buFont typeface="Times New Roman"/>
              <a:buChar char="●"/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</a:rPr>
              <a:t>Unique programmable on-chip learning engine: implements STDP and custom learning rules without external assistance</a:t>
            </a:r>
          </a:p>
          <a:p>
            <a:pPr marL="457200" indent="-317520">
              <a:lnSpc>
                <a:spcPct val="140000"/>
              </a:lnSpc>
              <a:spcBef>
                <a:spcPts val="300"/>
              </a:spcBef>
              <a:buClr>
                <a:srgbClr val="000000"/>
              </a:buClr>
              <a:buFont typeface="Times New Roman"/>
              <a:buChar char="●"/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</a:rPr>
              <a:t>Benchmark: energy-delay product more than 5,000x better than conventional CPU on sparse coding tasks</a:t>
            </a:r>
          </a:p>
          <a:p>
            <a:pPr marL="457200" indent="-317520">
              <a:lnSpc>
                <a:spcPct val="140000"/>
              </a:lnSpc>
              <a:spcBef>
                <a:spcPts val="300"/>
              </a:spcBef>
              <a:buClr>
                <a:srgbClr val="000000"/>
              </a:buClr>
              <a:buFont typeface="Times New Roman"/>
              <a:buChar char="●"/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</a:rPr>
              <a:t>Asynchronous design (no central clock): each core activates only when receiving a spike - granular power control</a:t>
            </a:r>
          </a:p>
          <a:p>
            <a:pPr marL="457200" indent="-317520">
              <a:lnSpc>
                <a:spcPct val="140000"/>
              </a:lnSpc>
              <a:spcBef>
                <a:spcPts val="300"/>
              </a:spcBef>
              <a:buClr>
                <a:srgbClr val="000000"/>
              </a:buClr>
              <a:buFont typeface="Times New Roman"/>
              <a:buChar char="●"/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</a:rPr>
              <a:t>Loihi 2 (Intel 4 process): up to 1 million neurons, 120 million synapses; NeuEdge framework raised core utilization from 47% to 89%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Shape"/>
          <p:cNvSpPr/>
          <p:nvPr/>
        </p:nvSpPr>
        <p:spPr>
          <a:xfrm>
            <a:off x="503280" y="127440"/>
            <a:ext cx="5927760" cy="58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6800" rIns="45720" bIns="46800" anchor="ctr">
            <a:spAutoFit/>
          </a:bodyPr>
          <a:lstStyle/>
          <a:p>
            <a:pPr algn="ctr"/>
            <a:r>
              <a:rPr lang="en-US" sz="3200" b="0" strike="noStrike" spc="-1">
                <a:solidFill>
                  <a:srgbClr val="000000"/>
                </a:solidFill>
                <a:latin typeface="Times New Roman"/>
              </a:rPr>
              <a:t>Literature Review: IBM TrueNorth</a:t>
            </a:r>
          </a:p>
        </p:txBody>
      </p:sp>
      <p:sp>
        <p:nvSpPr>
          <p:cNvPr id="11" name="PageNum"/>
          <p:cNvSpPr/>
          <p:nvPr/>
        </p:nvSpPr>
        <p:spPr>
          <a:xfrm>
            <a:off x="8224920" y="6399360"/>
            <a:ext cx="743040" cy="27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45720" tIns="46800" rIns="45720" bIns="46800" anchor="ctr">
            <a:spAutoFit/>
          </a:bodyPr>
          <a:lstStyle/>
          <a:p>
            <a:pPr algn="r"/>
            <a:fld id="{8059BCDA-A15E-4B2D-8A28-686325FA4469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t>7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ContentShape"/>
          <p:cNvSpPr/>
          <p:nvPr/>
        </p:nvSpPr>
        <p:spPr>
          <a:xfrm>
            <a:off x="209520" y="800000"/>
            <a:ext cx="8747280" cy="520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6800" rIns="45720" bIns="46800" anchor="t">
            <a:spAutoFit/>
          </a:bodyPr>
          <a:lstStyle/>
          <a:p>
            <a:pPr marL="457200" indent="-317520">
              <a:lnSpc>
                <a:spcPct val="140000"/>
              </a:lnSpc>
              <a:spcBef>
                <a:spcPts val="300"/>
              </a:spcBef>
              <a:buClr>
                <a:srgbClr val="000000"/>
              </a:buClr>
              <a:buFont typeface="Times New Roman"/>
              <a:buChar char="●"/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</a:rPr>
              <a:t>TrueNorth (Sawada et al., 2016): 4,096 neural cores manufactured by Samsung on 28 nm CMOS process</a:t>
            </a:r>
          </a:p>
          <a:p>
            <a:pPr marL="457200" indent="-317520">
              <a:lnSpc>
                <a:spcPct val="140000"/>
              </a:lnSpc>
              <a:spcBef>
                <a:spcPts val="300"/>
              </a:spcBef>
              <a:buClr>
                <a:srgbClr val="000000"/>
              </a:buClr>
              <a:buFont typeface="Times New Roman"/>
              <a:buChar char="●"/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</a:rPr>
              <a:t>256 neurons per core with 256 x 256 synapse grid: 1 million neurons and 256 million synapses on a single chip</a:t>
            </a:r>
          </a:p>
          <a:p>
            <a:pPr marL="457200" indent="-317520">
              <a:lnSpc>
                <a:spcPct val="140000"/>
              </a:lnSpc>
              <a:spcBef>
                <a:spcPts val="300"/>
              </a:spcBef>
              <a:buClr>
                <a:srgbClr val="000000"/>
              </a:buClr>
              <a:buFont typeface="Times New Roman"/>
              <a:buChar char="●"/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</a:rPr>
              <a:t>Total chip power: only 70 mW - equivalent to a small LED bulb; capable of 6,000 video frames per second</a:t>
            </a:r>
          </a:p>
          <a:p>
            <a:pPr marL="457200" indent="-317520">
              <a:lnSpc>
                <a:spcPct val="140000"/>
              </a:lnSpc>
              <a:spcBef>
                <a:spcPts val="300"/>
              </a:spcBef>
              <a:buClr>
                <a:srgbClr val="000000"/>
              </a:buClr>
              <a:buFont typeface="Times New Roman"/>
              <a:buChar char="●"/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</a:rPr>
              <a:t>IBM created full software ecosystem: Compass simulator, Corelet programming language (MATLAB), and DNN conversion tools</a:t>
            </a:r>
          </a:p>
          <a:p>
            <a:pPr marL="457200" indent="-317520">
              <a:lnSpc>
                <a:spcPct val="140000"/>
              </a:lnSpc>
              <a:spcBef>
                <a:spcPts val="300"/>
              </a:spcBef>
              <a:buClr>
                <a:srgbClr val="000000"/>
              </a:buClr>
              <a:buFont typeface="Times New Roman"/>
              <a:buChar char="●"/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</a:rPr>
              <a:t>Researchers train networks in GPU frameworks, then convert to TrueNorth with minimal manual intervention</a:t>
            </a:r>
          </a:p>
          <a:p>
            <a:pPr marL="457200" indent="-317520">
              <a:lnSpc>
                <a:spcPct val="140000"/>
              </a:lnSpc>
              <a:spcBef>
                <a:spcPts val="300"/>
              </a:spcBef>
              <a:buClr>
                <a:srgbClr val="000000"/>
              </a:buClr>
              <a:buFont typeface="Times New Roman"/>
              <a:buChar char="●"/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</a:rPr>
              <a:t>Real-world validated: handwritten character recognition and weld fault detection at &gt;80% accuracy, far below laptop power draw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Shape"/>
          <p:cNvSpPr/>
          <p:nvPr/>
        </p:nvSpPr>
        <p:spPr>
          <a:xfrm>
            <a:off x="503280" y="127440"/>
            <a:ext cx="5927760" cy="58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6800" rIns="45720" bIns="46800" anchor="ctr">
            <a:spAutoFit/>
          </a:bodyPr>
          <a:lstStyle/>
          <a:p>
            <a:pPr algn="ctr"/>
            <a:r>
              <a:rPr lang="en-US" sz="3200" b="0" strike="noStrike" spc="-1">
                <a:solidFill>
                  <a:srgbClr val="000000"/>
                </a:solidFill>
                <a:latin typeface="Times New Roman"/>
              </a:rPr>
              <a:t>Advanced Frameworks: NeuEdge &amp; NeurEfficient</a:t>
            </a:r>
          </a:p>
        </p:txBody>
      </p:sp>
      <p:sp>
        <p:nvSpPr>
          <p:cNvPr id="11" name="PageNum"/>
          <p:cNvSpPr/>
          <p:nvPr/>
        </p:nvSpPr>
        <p:spPr>
          <a:xfrm>
            <a:off x="8224920" y="6399360"/>
            <a:ext cx="743040" cy="27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45720" tIns="46800" rIns="45720" bIns="46800" anchor="ctr">
            <a:spAutoFit/>
          </a:bodyPr>
          <a:lstStyle/>
          <a:p>
            <a:pPr algn="r"/>
            <a:fld id="{8059BCDA-A15E-4B2D-8A28-686325FA4469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t>8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ContentShape"/>
          <p:cNvSpPr/>
          <p:nvPr/>
        </p:nvSpPr>
        <p:spPr>
          <a:xfrm>
            <a:off x="209520" y="800000"/>
            <a:ext cx="8747280" cy="520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6800" rIns="45720" bIns="46800" anchor="t">
            <a:spAutoFit/>
          </a:bodyPr>
          <a:lstStyle/>
          <a:p>
            <a:pPr marL="457200" indent="-317520">
              <a:lnSpc>
                <a:spcPct val="140000"/>
              </a:lnSpc>
              <a:spcBef>
                <a:spcPts val="300"/>
              </a:spcBef>
              <a:buClr>
                <a:srgbClr val="000000"/>
              </a:buClr>
              <a:buFont typeface="Times New Roman"/>
              <a:buChar char="●"/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</a:rPr>
              <a:t>NeuEdge (Imanov et al., 2026): three-component framework deployed on Loihi 2 for edge device neuromorphic AI</a:t>
            </a:r>
          </a:p>
          <a:p>
            <a:pPr marL="457200" indent="-317520">
              <a:lnSpc>
                <a:spcPct val="140000"/>
              </a:lnSpc>
              <a:spcBef>
                <a:spcPts val="300"/>
              </a:spcBef>
              <a:buClr>
                <a:srgbClr val="000000"/>
              </a:buClr>
              <a:buFont typeface="Times New Roman"/>
              <a:buChar char="●"/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</a:rPr>
              <a:t>Hybrid spike encoding uses both timing and rate of spikes, requiring 4.7x fewer spikes than rate coding alone</a:t>
            </a:r>
          </a:p>
          <a:p>
            <a:pPr marL="457200" indent="-317520">
              <a:lnSpc>
                <a:spcPct val="140000"/>
              </a:lnSpc>
              <a:spcBef>
                <a:spcPts val="300"/>
              </a:spcBef>
              <a:buClr>
                <a:srgbClr val="000000"/>
              </a:buClr>
              <a:buFont typeface="Times New Roman"/>
              <a:buChar char="●"/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</a:rPr>
              <a:t>Hardware-aware training increases chip core utilization from 47% to 89%, reducing unnecessary inter-core traffic from 41% to 12%</a:t>
            </a:r>
          </a:p>
          <a:p>
            <a:pPr marL="457200" indent="-317520">
              <a:lnSpc>
                <a:spcPct val="140000"/>
              </a:lnSpc>
              <a:spcBef>
                <a:spcPts val="300"/>
              </a:spcBef>
              <a:buClr>
                <a:srgbClr val="000000"/>
              </a:buClr>
              <a:buFont typeface="Times New Roman"/>
              <a:buChar char="●"/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</a:rPr>
              <a:t>Adaptive threshold mechanism adjusts firing threshold based on noise levels, saving ~67% of power during idle periods</a:t>
            </a:r>
          </a:p>
          <a:p>
            <a:pPr marL="457200" indent="-317520">
              <a:lnSpc>
                <a:spcPct val="140000"/>
              </a:lnSpc>
              <a:spcBef>
                <a:spcPts val="300"/>
              </a:spcBef>
              <a:buClr>
                <a:srgbClr val="000000"/>
              </a:buClr>
              <a:buFont typeface="Times New Roman"/>
              <a:buChar char="●"/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</a:rPr>
              <a:t>NeuEdge achieves 847 GOPS/W efficiency with 91-96% accuracy across image, gesture, and speech recognition tasks</a:t>
            </a:r>
          </a:p>
          <a:p>
            <a:pPr marL="457200" indent="-317520">
              <a:lnSpc>
                <a:spcPct val="140000"/>
              </a:lnSpc>
              <a:spcBef>
                <a:spcPts val="300"/>
              </a:spcBef>
              <a:buClr>
                <a:srgbClr val="000000"/>
              </a:buClr>
              <a:buFont typeface="Times New Roman"/>
              <a:buChar char="●"/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</a:rPr>
              <a:t>NeurEfficient (Saini &amp; Gupta, 2025): FPGA + neuromorphic hybrid achieves 87% energy savings on image tasks, 64% on language tasks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Shape"/>
          <p:cNvSpPr/>
          <p:nvPr/>
        </p:nvSpPr>
        <p:spPr>
          <a:xfrm>
            <a:off x="503280" y="127440"/>
            <a:ext cx="5927760" cy="58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6800" rIns="45720" bIns="46800" anchor="ctr">
            <a:spAutoFit/>
          </a:bodyPr>
          <a:lstStyle/>
          <a:p>
            <a:pPr algn="ctr"/>
            <a:r>
              <a:rPr lang="en-US" sz="3200" b="0" strike="noStrike" spc="-1">
                <a:solidFill>
                  <a:srgbClr val="000000"/>
                </a:solidFill>
                <a:latin typeface="Times New Roman"/>
              </a:rPr>
              <a:t>Memristor-Based Neuromorphic Architectures</a:t>
            </a:r>
          </a:p>
        </p:txBody>
      </p:sp>
      <p:sp>
        <p:nvSpPr>
          <p:cNvPr id="11" name="PageNum"/>
          <p:cNvSpPr/>
          <p:nvPr/>
        </p:nvSpPr>
        <p:spPr>
          <a:xfrm>
            <a:off x="8224920" y="6399360"/>
            <a:ext cx="743040" cy="27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45720" tIns="46800" rIns="45720" bIns="46800" anchor="ctr">
            <a:spAutoFit/>
          </a:bodyPr>
          <a:lstStyle/>
          <a:p>
            <a:pPr algn="r"/>
            <a:fld id="{8059BCDA-A15E-4B2D-8A28-686325FA4469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t>9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ContentShape"/>
          <p:cNvSpPr/>
          <p:nvPr/>
        </p:nvSpPr>
        <p:spPr>
          <a:xfrm>
            <a:off x="209520" y="800000"/>
            <a:ext cx="8747280" cy="520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6800" rIns="45720" bIns="46800" anchor="t">
            <a:spAutoFit/>
          </a:bodyPr>
          <a:lstStyle/>
          <a:p>
            <a:pPr marL="457200" indent="-317520">
              <a:lnSpc>
                <a:spcPct val="140000"/>
              </a:lnSpc>
              <a:spcBef>
                <a:spcPts val="300"/>
              </a:spcBef>
              <a:buClr>
                <a:srgbClr val="000000"/>
              </a:buClr>
              <a:buFont typeface="Times New Roman"/>
              <a:buChar char="●"/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</a:rPr>
              <a:t>Memristors change resistance based on current flow - electrically analogous to biological synapses that adjust connection strength</a:t>
            </a:r>
          </a:p>
          <a:p>
            <a:pPr marL="457200" indent="-317520">
              <a:lnSpc>
                <a:spcPct val="140000"/>
              </a:lnSpc>
              <a:spcBef>
                <a:spcPts val="300"/>
              </a:spcBef>
              <a:buClr>
                <a:srgbClr val="000000"/>
              </a:buClr>
              <a:buFont typeface="Times New Roman"/>
              <a:buChar char="●"/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</a:rPr>
              <a:t>Crossbar arrays perform multiply-accumulate operations (core neural network math) directly in memory using analogue physics</a:t>
            </a:r>
          </a:p>
          <a:p>
            <a:pPr marL="457200" indent="-317520">
              <a:lnSpc>
                <a:spcPct val="140000"/>
              </a:lnSpc>
              <a:spcBef>
                <a:spcPts val="300"/>
              </a:spcBef>
              <a:buClr>
                <a:srgbClr val="000000"/>
              </a:buClr>
              <a:buFont typeface="Times New Roman"/>
              <a:buChar char="●"/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</a:rPr>
              <a:t>Eliminates the von Neumann bottleneck: no costly data transfers between memory and processor units</a:t>
            </a:r>
          </a:p>
          <a:p>
            <a:pPr marL="457200" indent="-317520">
              <a:lnSpc>
                <a:spcPct val="140000"/>
              </a:lnSpc>
              <a:spcBef>
                <a:spcPts val="300"/>
              </a:spcBef>
              <a:buClr>
                <a:srgbClr val="000000"/>
              </a:buClr>
              <a:buFont typeface="Times New Roman"/>
              <a:buChar char="●"/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</a:rPr>
              <a:t>Achieves total energy efficiency of 75 to 181 TOPS/W (Xia et al., 2025) - among the highest of any platform evaluated</a:t>
            </a:r>
          </a:p>
          <a:p>
            <a:pPr marL="457200" indent="-317520">
              <a:lnSpc>
                <a:spcPct val="140000"/>
              </a:lnSpc>
              <a:spcBef>
                <a:spcPts val="300"/>
              </a:spcBef>
              <a:buClr>
                <a:srgbClr val="000000"/>
              </a:buClr>
              <a:buFont typeface="Times New Roman"/>
              <a:buChar char="●"/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</a:rPr>
              <a:t>One demonstrated chip powered entirely by a fingernail-sized solar cell, enabling inference in battery-less remote environments</a:t>
            </a:r>
          </a:p>
          <a:p>
            <a:pPr marL="457200" indent="-317520">
              <a:lnSpc>
                <a:spcPct val="140000"/>
              </a:lnSpc>
              <a:spcBef>
                <a:spcPts val="300"/>
              </a:spcBef>
              <a:buClr>
                <a:srgbClr val="000000"/>
              </a:buClr>
              <a:buFont typeface="Times New Roman"/>
              <a:buChar char="●"/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</a:rPr>
              <a:t>Key challenge: memristor conductance drifts over time when powered off, gradually degrading stored synaptic weights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TextShape 1"/>
          <p:cNvSpPr/>
          <p:nvPr/>
        </p:nvSpPr>
        <p:spPr>
          <a:xfrm>
            <a:off x="503280" y="-116280"/>
            <a:ext cx="5927760" cy="1069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6800" rIns="45720" bIns="468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Key Neuromorphic Platforms Compared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TextShape 3"/>
          <p:cNvSpPr/>
          <p:nvPr/>
        </p:nvSpPr>
        <p:spPr>
          <a:xfrm>
            <a:off x="8224920" y="6399360"/>
            <a:ext cx="743040" cy="27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45720" tIns="46800" rIns="45720" bIns="46800" anchor="ctr">
            <a:sp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D1D947FF-82A4-4C88-862F-2A41EAB1977F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10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TextShape 2"/>
          <p:cNvSpPr/>
          <p:nvPr/>
        </p:nvSpPr>
        <p:spPr>
          <a:xfrm>
            <a:off x="209520" y="1109520"/>
            <a:ext cx="8747280" cy="537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6800" rIns="45720" bIns="46800" anchor="t">
            <a:spAutoFit/>
          </a:bodyPr>
          <a:lstStyle/>
          <a:p>
            <a:pPr marL="457200" indent="-317520">
              <a:lnSpc>
                <a:spcPct val="150000"/>
              </a:lnSpc>
              <a:spcBef>
                <a:spcPts val="400"/>
              </a:spcBef>
              <a:buClr>
                <a:srgbClr val="000000"/>
              </a:buClr>
              <a:buFont typeface="Times New Roman"/>
              <a:buChar char="●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IBM TrueNorth: 1 million neurons, 4,096 cores, 65 nm CMOS, 70 mW - pioneer large-scale chip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457200" indent="-317520">
              <a:lnSpc>
                <a:spcPct val="150000"/>
              </a:lnSpc>
              <a:spcBef>
                <a:spcPts val="400"/>
              </a:spcBef>
              <a:buClr>
                <a:srgbClr val="000000"/>
              </a:buClr>
              <a:buFont typeface="Times New Roman"/>
              <a:buChar char="●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Intel Loihi 2: 1 million+ neurons, 128 cores, Intel 4 process, 1 W - supports on-chip learning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457200" indent="-317520">
              <a:lnSpc>
                <a:spcPct val="150000"/>
              </a:lnSpc>
              <a:spcBef>
                <a:spcPts val="400"/>
              </a:spcBef>
              <a:buClr>
                <a:srgbClr val="000000"/>
              </a:buClr>
              <a:buFont typeface="Times New Roman"/>
              <a:buChar char="●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BrainScaleS-2: 512 neurons/chip, 65 nm, analog - fastest real-time factor (10,000x biological speed)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457200" indent="-317520">
              <a:lnSpc>
                <a:spcPct val="150000"/>
              </a:lnSpc>
              <a:spcBef>
                <a:spcPts val="400"/>
              </a:spcBef>
              <a:buClr>
                <a:srgbClr val="000000"/>
              </a:buClr>
              <a:buFont typeface="Times New Roman"/>
              <a:buChar char="●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NeuEdge (Loihi 2 framework): 847 TOPS/W efficiency - highest in comparison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457200" indent="-317520">
              <a:lnSpc>
                <a:spcPct val="150000"/>
              </a:lnSpc>
              <a:spcBef>
                <a:spcPts val="400"/>
              </a:spcBef>
              <a:buClr>
                <a:srgbClr val="000000"/>
              </a:buClr>
              <a:buFont typeface="Times New Roman"/>
              <a:buChar char="●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Memristor Accelerator: 0.01 W, 127 TOPS/W - emerging non-volatile synaptic memory technology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457200" indent="-317520">
              <a:lnSpc>
                <a:spcPct val="150000"/>
              </a:lnSpc>
              <a:spcBef>
                <a:spcPts val="400"/>
              </a:spcBef>
              <a:buClr>
                <a:srgbClr val="000000"/>
              </a:buClr>
              <a:buFont typeface="Times New Roman"/>
              <a:buChar char="●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Baseline: NVIDIA Jetson Nano GPU - 10 W, 5 TOPS/W - conventional edge reference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Shape"/>
          <p:cNvSpPr/>
          <p:nvPr/>
        </p:nvSpPr>
        <p:spPr>
          <a:xfrm>
            <a:off x="503280" y="127440"/>
            <a:ext cx="5927760" cy="58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6800" rIns="45720" bIns="46800" anchor="ctr">
            <a:spAutoFit/>
          </a:bodyPr>
          <a:lstStyle/>
          <a:p>
            <a:pPr algn="ctr"/>
            <a:r>
              <a:rPr lang="en-US" sz="3200" b="0" strike="noStrike" spc="-1">
                <a:solidFill>
                  <a:srgbClr val="000000"/>
                </a:solidFill>
                <a:latin typeface="Times New Roman"/>
              </a:rPr>
              <a:t>Table I: Neuromorphic Hardware Platforms Summary</a:t>
            </a:r>
          </a:p>
        </p:txBody>
      </p:sp>
      <p:sp>
        <p:nvSpPr>
          <p:cNvPr id="11" name="PageNum"/>
          <p:cNvSpPr/>
          <p:nvPr/>
        </p:nvSpPr>
        <p:spPr>
          <a:xfrm>
            <a:off x="8224920" y="6399360"/>
            <a:ext cx="743040" cy="27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45720" tIns="46800" rIns="45720" bIns="46800" anchor="ctr">
            <a:spAutoFit/>
          </a:bodyPr>
          <a:lstStyle/>
          <a:p>
            <a:pPr algn="r"/>
            <a:fld id="{8059BCDA-A15E-4B2D-8A28-686325FA4470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t>11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  <p:graphicFrame>
        <p:nvGraphicFramePr>
          <p:cNvPr id="20" name="Table"/>
          <p:cNvGraphicFramePr>
            <a:graphicFrameLocks noGrp="1"/>
          </p:cNvGraphicFramePr>
          <p:nvPr/>
        </p:nvGraphicFramePr>
        <p:xfrm>
          <a:off x="272160" y="1050000"/>
          <a:ext cx="8600000" cy="315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2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000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/>
                        </a:rPr>
                        <a:t>Platform</a:t>
                      </a:r>
                    </a:p>
                  </a:txBody>
                  <a:tcPr>
                    <a:lnL w="12700" cap="flat">
                      <a:solidFill>
                        <a:srgbClr val="808080"/>
                      </a:solidFill>
                    </a:lnL>
                    <a:lnR w="12700" cap="flat">
                      <a:solidFill>
                        <a:srgbClr val="808080"/>
                      </a:solidFill>
                    </a:lnR>
                    <a:lnT w="12700" cap="flat">
                      <a:solidFill>
                        <a:srgbClr val="808080"/>
                      </a:solidFill>
                    </a:lnT>
                    <a:lnB w="12700" cap="flat">
                      <a:solidFill>
                        <a:srgbClr val="808080"/>
                      </a:solidFill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/>
                        </a:rPr>
                        <a:t>Process Node</a:t>
                      </a:r>
                    </a:p>
                  </a:txBody>
                  <a:tcPr>
                    <a:lnL w="12700" cap="flat">
                      <a:solidFill>
                        <a:srgbClr val="808080"/>
                      </a:solidFill>
                    </a:lnL>
                    <a:lnR w="12700" cap="flat">
                      <a:solidFill>
                        <a:srgbClr val="808080"/>
                      </a:solidFill>
                    </a:lnR>
                    <a:lnT w="12700" cap="flat">
                      <a:solidFill>
                        <a:srgbClr val="808080"/>
                      </a:solidFill>
                    </a:lnT>
                    <a:lnB w="12700" cap="flat">
                      <a:solidFill>
                        <a:srgbClr val="808080"/>
                      </a:solidFill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/>
                        </a:rPr>
                        <a:t>Neurons</a:t>
                      </a:r>
                    </a:p>
                  </a:txBody>
                  <a:tcPr>
                    <a:lnL w="12700" cap="flat">
                      <a:solidFill>
                        <a:srgbClr val="808080"/>
                      </a:solidFill>
                    </a:lnL>
                    <a:lnR w="12700" cap="flat">
                      <a:solidFill>
                        <a:srgbClr val="808080"/>
                      </a:solidFill>
                    </a:lnR>
                    <a:lnT w="12700" cap="flat">
                      <a:solidFill>
                        <a:srgbClr val="808080"/>
                      </a:solidFill>
                    </a:lnT>
                    <a:lnB w="12700" cap="flat">
                      <a:solidFill>
                        <a:srgbClr val="808080"/>
                      </a:solidFill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/>
                        </a:rPr>
                        <a:t>Power</a:t>
                      </a:r>
                    </a:p>
                  </a:txBody>
                  <a:tcPr>
                    <a:lnL w="12700" cap="flat">
                      <a:solidFill>
                        <a:srgbClr val="808080"/>
                      </a:solidFill>
                    </a:lnL>
                    <a:lnR w="12700" cap="flat">
                      <a:solidFill>
                        <a:srgbClr val="808080"/>
                      </a:solidFill>
                    </a:lnR>
                    <a:lnT w="12700" cap="flat">
                      <a:solidFill>
                        <a:srgbClr val="808080"/>
                      </a:solidFill>
                    </a:lnT>
                    <a:lnB w="12700" cap="flat">
                      <a:solidFill>
                        <a:srgbClr val="808080"/>
                      </a:solidFill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/>
                        </a:rPr>
                        <a:t>Main Use</a:t>
                      </a:r>
                    </a:p>
                  </a:txBody>
                  <a:tcPr>
                    <a:lnL w="12700" cap="flat">
                      <a:solidFill>
                        <a:srgbClr val="808080"/>
                      </a:solidFill>
                    </a:lnL>
                    <a:lnR w="12700" cap="flat">
                      <a:solidFill>
                        <a:srgbClr val="808080"/>
                      </a:solidFill>
                    </a:lnR>
                    <a:lnT w="12700" cap="flat">
                      <a:solidFill>
                        <a:srgbClr val="808080"/>
                      </a:solidFill>
                    </a:lnT>
                    <a:lnB w="12700" cap="flat">
                      <a:solidFill>
                        <a:srgbClr val="808080"/>
                      </a:solidFill>
                    </a:lnB>
                    <a:solidFill>
                      <a:srgbClr val="C039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Intel Loihi 2</a:t>
                      </a:r>
                    </a:p>
                  </a:txBody>
                  <a:tcPr>
                    <a:lnL w="12700" cap="flat">
                      <a:solidFill>
                        <a:srgbClr val="808080"/>
                      </a:solidFill>
                    </a:lnL>
                    <a:lnR w="12700" cap="flat">
                      <a:solidFill>
                        <a:srgbClr val="808080"/>
                      </a:solidFill>
                    </a:lnR>
                    <a:lnT w="12700" cap="flat">
                      <a:solidFill>
                        <a:srgbClr val="808080"/>
                      </a:solidFill>
                    </a:lnT>
                    <a:lnB w="12700" cap="flat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14 nm Intel</a:t>
                      </a:r>
                    </a:p>
                  </a:txBody>
                  <a:tcPr>
                    <a:lnL w="12700" cap="flat">
                      <a:solidFill>
                        <a:srgbClr val="808080"/>
                      </a:solidFill>
                    </a:lnL>
                    <a:lnR w="12700" cap="flat">
                      <a:solidFill>
                        <a:srgbClr val="808080"/>
                      </a:solidFill>
                    </a:lnR>
                    <a:lnT w="12700" cap="flat">
                      <a:solidFill>
                        <a:srgbClr val="808080"/>
                      </a:solidFill>
                    </a:lnT>
                    <a:lnB w="12700" cap="flat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1 million</a:t>
                      </a:r>
                    </a:p>
                  </a:txBody>
                  <a:tcPr>
                    <a:lnL w="12700" cap="flat">
                      <a:solidFill>
                        <a:srgbClr val="808080"/>
                      </a:solidFill>
                    </a:lnL>
                    <a:lnR w="12700" cap="flat">
                      <a:solidFill>
                        <a:srgbClr val="808080"/>
                      </a:solidFill>
                    </a:lnR>
                    <a:lnT w="12700" cap="flat">
                      <a:solidFill>
                        <a:srgbClr val="808080"/>
                      </a:solidFill>
                    </a:lnT>
                    <a:lnB w="12700" cap="flat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250-500 mW</a:t>
                      </a:r>
                    </a:p>
                  </a:txBody>
                  <a:tcPr>
                    <a:lnL w="12700" cap="flat">
                      <a:solidFill>
                        <a:srgbClr val="808080"/>
                      </a:solidFill>
                    </a:lnL>
                    <a:lnR w="12700" cap="flat">
                      <a:solidFill>
                        <a:srgbClr val="808080"/>
                      </a:solidFill>
                    </a:lnR>
                    <a:lnT w="12700" cap="flat">
                      <a:solidFill>
                        <a:srgbClr val="808080"/>
                      </a:solidFill>
                    </a:lnT>
                    <a:lnB w="12700" cap="flat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Research, Edge AI</a:t>
                      </a:r>
                    </a:p>
                  </a:txBody>
                  <a:tcPr>
                    <a:lnL w="12700" cap="flat">
                      <a:solidFill>
                        <a:srgbClr val="808080"/>
                      </a:solidFill>
                    </a:lnL>
                    <a:lnR w="12700" cap="flat">
                      <a:solidFill>
                        <a:srgbClr val="808080"/>
                      </a:solidFill>
                    </a:lnR>
                    <a:lnT w="12700" cap="flat">
                      <a:solidFill>
                        <a:srgbClr val="808080"/>
                      </a:solidFill>
                    </a:lnT>
                    <a:lnB w="12700" cap="flat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IBM TrueNorth NS1e</a:t>
                      </a:r>
                    </a:p>
                  </a:txBody>
                  <a:tcPr>
                    <a:lnL w="12700" cap="flat">
                      <a:solidFill>
                        <a:srgbClr val="808080"/>
                      </a:solidFill>
                    </a:lnL>
                    <a:lnR w="12700" cap="flat">
                      <a:solidFill>
                        <a:srgbClr val="808080"/>
                      </a:solidFill>
                    </a:lnR>
                    <a:lnT w="12700" cap="flat">
                      <a:solidFill>
                        <a:srgbClr val="808080"/>
                      </a:solidFill>
                    </a:lnT>
                    <a:lnB w="12700" cap="flat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28 nm Samsung</a:t>
                      </a:r>
                    </a:p>
                  </a:txBody>
                  <a:tcPr>
                    <a:lnL w="12700" cap="flat">
                      <a:solidFill>
                        <a:srgbClr val="808080"/>
                      </a:solidFill>
                    </a:lnL>
                    <a:lnR w="12700" cap="flat">
                      <a:solidFill>
                        <a:srgbClr val="808080"/>
                      </a:solidFill>
                    </a:lnR>
                    <a:lnT w="12700" cap="flat">
                      <a:solidFill>
                        <a:srgbClr val="808080"/>
                      </a:solidFill>
                    </a:lnT>
                    <a:lnB w="12700" cap="flat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1 million</a:t>
                      </a:r>
                    </a:p>
                  </a:txBody>
                  <a:tcPr>
                    <a:lnL w="12700" cap="flat">
                      <a:solidFill>
                        <a:srgbClr val="808080"/>
                      </a:solidFill>
                    </a:lnL>
                    <a:lnR w="12700" cap="flat">
                      <a:solidFill>
                        <a:srgbClr val="808080"/>
                      </a:solidFill>
                    </a:lnR>
                    <a:lnT w="12700" cap="flat">
                      <a:solidFill>
                        <a:srgbClr val="808080"/>
                      </a:solidFill>
                    </a:lnT>
                    <a:lnB w="12700" cap="flat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70 mW (chip)</a:t>
                      </a:r>
                    </a:p>
                  </a:txBody>
                  <a:tcPr>
                    <a:lnL w="12700" cap="flat">
                      <a:solidFill>
                        <a:srgbClr val="808080"/>
                      </a:solidFill>
                    </a:lnL>
                    <a:lnR w="12700" cap="flat">
                      <a:solidFill>
                        <a:srgbClr val="808080"/>
                      </a:solidFill>
                    </a:lnR>
                    <a:lnT w="12700" cap="flat">
                      <a:solidFill>
                        <a:srgbClr val="808080"/>
                      </a:solidFill>
                    </a:lnT>
                    <a:lnB w="12700" cap="flat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Mobile, IoT</a:t>
                      </a:r>
                    </a:p>
                  </a:txBody>
                  <a:tcPr>
                    <a:lnL w="12700" cap="flat">
                      <a:solidFill>
                        <a:srgbClr val="808080"/>
                      </a:solidFill>
                    </a:lnL>
                    <a:lnR w="12700" cap="flat">
                      <a:solidFill>
                        <a:srgbClr val="808080"/>
                      </a:solidFill>
                    </a:lnR>
                    <a:lnT w="12700" cap="flat">
                      <a:solidFill>
                        <a:srgbClr val="808080"/>
                      </a:solidFill>
                    </a:lnT>
                    <a:lnB w="12700" cap="flat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IBM NS16e (4x4)</a:t>
                      </a:r>
                    </a:p>
                  </a:txBody>
                  <a:tcPr>
                    <a:lnL w="12700" cap="flat">
                      <a:solidFill>
                        <a:srgbClr val="808080"/>
                      </a:solidFill>
                    </a:lnL>
                    <a:lnR w="12700" cap="flat">
                      <a:solidFill>
                        <a:srgbClr val="808080"/>
                      </a:solidFill>
                    </a:lnR>
                    <a:lnT w="12700" cap="flat">
                      <a:solidFill>
                        <a:srgbClr val="808080"/>
                      </a:solidFill>
                    </a:lnT>
                    <a:lnB w="12700" cap="flat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28 nm Samsung</a:t>
                      </a:r>
                    </a:p>
                  </a:txBody>
                  <a:tcPr>
                    <a:lnL w="12700" cap="flat">
                      <a:solidFill>
                        <a:srgbClr val="808080"/>
                      </a:solidFill>
                    </a:lnL>
                    <a:lnR w="12700" cap="flat">
                      <a:solidFill>
                        <a:srgbClr val="808080"/>
                      </a:solidFill>
                    </a:lnR>
                    <a:lnT w="12700" cap="flat">
                      <a:solidFill>
                        <a:srgbClr val="808080"/>
                      </a:solidFill>
                    </a:lnT>
                    <a:lnB w="12700" cap="flat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16 million</a:t>
                      </a:r>
                    </a:p>
                  </a:txBody>
                  <a:tcPr>
                    <a:lnL w="12700" cap="flat">
                      <a:solidFill>
                        <a:srgbClr val="808080"/>
                      </a:solidFill>
                    </a:lnL>
                    <a:lnR w="12700" cap="flat">
                      <a:solidFill>
                        <a:srgbClr val="808080"/>
                      </a:solidFill>
                    </a:lnR>
                    <a:lnT w="12700" cap="flat">
                      <a:solidFill>
                        <a:srgbClr val="808080"/>
                      </a:solidFill>
                    </a:lnT>
                    <a:lnB w="12700" cap="flat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7.68 W idle</a:t>
                      </a:r>
                    </a:p>
                  </a:txBody>
                  <a:tcPr>
                    <a:lnL w="12700" cap="flat">
                      <a:solidFill>
                        <a:srgbClr val="808080"/>
                      </a:solidFill>
                    </a:lnL>
                    <a:lnR w="12700" cap="flat">
                      <a:solidFill>
                        <a:srgbClr val="808080"/>
                      </a:solidFill>
                    </a:lnR>
                    <a:lnT w="12700" cap="flat">
                      <a:solidFill>
                        <a:srgbClr val="808080"/>
                      </a:solidFill>
                    </a:lnT>
                    <a:lnB w="12700" cap="flat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Scale-up tasks</a:t>
                      </a:r>
                    </a:p>
                  </a:txBody>
                  <a:tcPr>
                    <a:lnL w="12700" cap="flat">
                      <a:solidFill>
                        <a:srgbClr val="808080"/>
                      </a:solidFill>
                    </a:lnL>
                    <a:lnR w="12700" cap="flat">
                      <a:solidFill>
                        <a:srgbClr val="808080"/>
                      </a:solidFill>
                    </a:lnR>
                    <a:lnT w="12700" cap="flat">
                      <a:solidFill>
                        <a:srgbClr val="808080"/>
                      </a:solidFill>
                    </a:lnT>
                    <a:lnB w="12700" cap="flat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BrainChip Akida</a:t>
                      </a:r>
                    </a:p>
                  </a:txBody>
                  <a:tcPr>
                    <a:lnL w="12700" cap="flat">
                      <a:solidFill>
                        <a:srgbClr val="808080"/>
                      </a:solidFill>
                    </a:lnL>
                    <a:lnR w="12700" cap="flat">
                      <a:solidFill>
                        <a:srgbClr val="808080"/>
                      </a:solidFill>
                    </a:lnR>
                    <a:lnT w="12700" cap="flat">
                      <a:solidFill>
                        <a:srgbClr val="808080"/>
                      </a:solidFill>
                    </a:lnT>
                    <a:lnB w="12700" cap="flat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28 nm TSMC</a:t>
                      </a:r>
                    </a:p>
                  </a:txBody>
                  <a:tcPr>
                    <a:lnL w="12700" cap="flat">
                      <a:solidFill>
                        <a:srgbClr val="808080"/>
                      </a:solidFill>
                    </a:lnL>
                    <a:lnR w="12700" cap="flat">
                      <a:solidFill>
                        <a:srgbClr val="808080"/>
                      </a:solidFill>
                    </a:lnR>
                    <a:lnT w="12700" cap="flat">
                      <a:solidFill>
                        <a:srgbClr val="808080"/>
                      </a:solidFill>
                    </a:lnT>
                    <a:lnB w="12700" cap="flat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1.2 million</a:t>
                      </a:r>
                    </a:p>
                  </a:txBody>
                  <a:tcPr>
                    <a:lnL w="12700" cap="flat">
                      <a:solidFill>
                        <a:srgbClr val="808080"/>
                      </a:solidFill>
                    </a:lnL>
                    <a:lnR w="12700" cap="flat">
                      <a:solidFill>
                        <a:srgbClr val="808080"/>
                      </a:solidFill>
                    </a:lnR>
                    <a:lnT w="12700" cap="flat">
                      <a:solidFill>
                        <a:srgbClr val="808080"/>
                      </a:solidFill>
                    </a:lnT>
                    <a:lnB w="12700" cap="flat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below 1 mW</a:t>
                      </a:r>
                    </a:p>
                  </a:txBody>
                  <a:tcPr>
                    <a:lnL w="12700" cap="flat">
                      <a:solidFill>
                        <a:srgbClr val="808080"/>
                      </a:solidFill>
                    </a:lnL>
                    <a:lnR w="12700" cap="flat">
                      <a:solidFill>
                        <a:srgbClr val="808080"/>
                      </a:solidFill>
                    </a:lnR>
                    <a:lnT w="12700" cap="flat">
                      <a:solidFill>
                        <a:srgbClr val="808080"/>
                      </a:solidFill>
                    </a:lnT>
                    <a:lnB w="12700" cap="flat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Always-on IoT</a:t>
                      </a:r>
                    </a:p>
                  </a:txBody>
                  <a:tcPr>
                    <a:lnL w="12700" cap="flat">
                      <a:solidFill>
                        <a:srgbClr val="808080"/>
                      </a:solidFill>
                    </a:lnL>
                    <a:lnR w="12700" cap="flat">
                      <a:solidFill>
                        <a:srgbClr val="808080"/>
                      </a:solidFill>
                    </a:lnR>
                    <a:lnT w="12700" cap="flat">
                      <a:solidFill>
                        <a:srgbClr val="808080"/>
                      </a:solidFill>
                    </a:lnT>
                    <a:lnB w="12700" cap="flat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FPGA + CMOS hybrid</a:t>
                      </a:r>
                    </a:p>
                  </a:txBody>
                  <a:tcPr>
                    <a:lnL w="12700" cap="flat">
                      <a:solidFill>
                        <a:srgbClr val="808080"/>
                      </a:solidFill>
                    </a:lnL>
                    <a:lnR w="12700" cap="flat">
                      <a:solidFill>
                        <a:srgbClr val="808080"/>
                      </a:solidFill>
                    </a:lnR>
                    <a:lnT w="12700" cap="flat">
                      <a:solidFill>
                        <a:srgbClr val="808080"/>
                      </a:solidFill>
                    </a:lnT>
                    <a:lnB w="12700" cap="flat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Virtex + 28 nm</a:t>
                      </a:r>
                    </a:p>
                  </a:txBody>
                  <a:tcPr>
                    <a:lnL w="12700" cap="flat">
                      <a:solidFill>
                        <a:srgbClr val="808080"/>
                      </a:solidFill>
                    </a:lnL>
                    <a:lnR w="12700" cap="flat">
                      <a:solidFill>
                        <a:srgbClr val="808080"/>
                      </a:solidFill>
                    </a:lnR>
                    <a:lnT w="12700" cap="flat">
                      <a:solidFill>
                        <a:srgbClr val="808080"/>
                      </a:solidFill>
                    </a:lnT>
                    <a:lnB w="12700" cap="flat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128x128 cores</a:t>
                      </a:r>
                    </a:p>
                  </a:txBody>
                  <a:tcPr>
                    <a:lnL w="12700" cap="flat">
                      <a:solidFill>
                        <a:srgbClr val="808080"/>
                      </a:solidFill>
                    </a:lnL>
                    <a:lnR w="12700" cap="flat">
                      <a:solidFill>
                        <a:srgbClr val="808080"/>
                      </a:solidFill>
                    </a:lnR>
                    <a:lnT w="12700" cap="flat">
                      <a:solidFill>
                        <a:srgbClr val="808080"/>
                      </a:solidFill>
                    </a:lnT>
                    <a:lnB w="12700" cap="flat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Adjustable</a:t>
                      </a:r>
                    </a:p>
                  </a:txBody>
                  <a:tcPr>
                    <a:lnL w="12700" cap="flat">
                      <a:solidFill>
                        <a:srgbClr val="808080"/>
                      </a:solidFill>
                    </a:lnL>
                    <a:lnR w="12700" cap="flat">
                      <a:solidFill>
                        <a:srgbClr val="808080"/>
                      </a:solidFill>
                    </a:lnR>
                    <a:lnT w="12700" cap="flat">
                      <a:solidFill>
                        <a:srgbClr val="808080"/>
                      </a:solidFill>
                    </a:lnT>
                    <a:lnB w="12700" cap="flat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Hybrid research</a:t>
                      </a:r>
                    </a:p>
                  </a:txBody>
                  <a:tcPr>
                    <a:lnL w="12700" cap="flat">
                      <a:solidFill>
                        <a:srgbClr val="808080"/>
                      </a:solidFill>
                    </a:lnL>
                    <a:lnR w="12700" cap="flat">
                      <a:solidFill>
                        <a:srgbClr val="808080"/>
                      </a:solidFill>
                    </a:lnR>
                    <a:lnT w="12700" cap="flat">
                      <a:solidFill>
                        <a:srgbClr val="808080"/>
                      </a:solidFill>
                    </a:lnT>
                    <a:lnB w="12700" cap="flat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SpiNNaker (ARM)</a:t>
                      </a:r>
                    </a:p>
                  </a:txBody>
                  <a:tcPr>
                    <a:lnL w="12700" cap="flat">
                      <a:solidFill>
                        <a:srgbClr val="808080"/>
                      </a:solidFill>
                    </a:lnL>
                    <a:lnR w="12700" cap="flat">
                      <a:solidFill>
                        <a:srgbClr val="808080"/>
                      </a:solidFill>
                    </a:lnR>
                    <a:lnT w="12700" cap="flat">
                      <a:solidFill>
                        <a:srgbClr val="808080"/>
                      </a:solidFill>
                    </a:lnT>
                    <a:lnB w="12700" cap="flat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130 nm ARM</a:t>
                      </a:r>
                    </a:p>
                  </a:txBody>
                  <a:tcPr>
                    <a:lnL w="12700" cap="flat">
                      <a:solidFill>
                        <a:srgbClr val="808080"/>
                      </a:solidFill>
                    </a:lnL>
                    <a:lnR w="12700" cap="flat">
                      <a:solidFill>
                        <a:srgbClr val="808080"/>
                      </a:solidFill>
                    </a:lnR>
                    <a:lnT w="12700" cap="flat">
                      <a:solidFill>
                        <a:srgbClr val="808080"/>
                      </a:solidFill>
                    </a:lnT>
                    <a:lnB w="12700" cap="flat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100 million</a:t>
                      </a:r>
                    </a:p>
                  </a:txBody>
                  <a:tcPr>
                    <a:lnL w="12700" cap="flat">
                      <a:solidFill>
                        <a:srgbClr val="808080"/>
                      </a:solidFill>
                    </a:lnL>
                    <a:lnR w="12700" cap="flat">
                      <a:solidFill>
                        <a:srgbClr val="808080"/>
                      </a:solidFill>
                    </a:lnR>
                    <a:lnT w="12700" cap="flat">
                      <a:solidFill>
                        <a:srgbClr val="808080"/>
                      </a:solidFill>
                    </a:lnT>
                    <a:lnB w="12700" cap="flat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Variable</a:t>
                      </a:r>
                    </a:p>
                  </a:txBody>
                  <a:tcPr>
                    <a:lnL w="12700" cap="flat">
                      <a:solidFill>
                        <a:srgbClr val="808080"/>
                      </a:solidFill>
                    </a:lnL>
                    <a:lnR w="12700" cap="flat">
                      <a:solidFill>
                        <a:srgbClr val="808080"/>
                      </a:solidFill>
                    </a:lnR>
                    <a:lnT w="12700" cap="flat">
                      <a:solidFill>
                        <a:srgbClr val="808080"/>
                      </a:solidFill>
                    </a:lnT>
                    <a:lnB w="12700" cap="flat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Large simulation</a:t>
                      </a:r>
                    </a:p>
                  </a:txBody>
                  <a:tcPr>
                    <a:lnL w="12700" cap="flat">
                      <a:solidFill>
                        <a:srgbClr val="808080"/>
                      </a:solidFill>
                    </a:lnL>
                    <a:lnR w="12700" cap="flat">
                      <a:solidFill>
                        <a:srgbClr val="808080"/>
                      </a:solidFill>
                    </a:lnR>
                    <a:lnT w="12700" cap="flat">
                      <a:solidFill>
                        <a:srgbClr val="808080"/>
                      </a:solidFill>
                    </a:lnT>
                    <a:lnB w="12700" cap="flat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TextShape 1"/>
          <p:cNvSpPr/>
          <p:nvPr/>
        </p:nvSpPr>
        <p:spPr>
          <a:xfrm>
            <a:off x="503280" y="127440"/>
            <a:ext cx="5927760" cy="58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6800" rIns="45720" bIns="468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Energy Efficiency Results (Table I)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TextShape 3"/>
          <p:cNvSpPr/>
          <p:nvPr/>
        </p:nvSpPr>
        <p:spPr>
          <a:xfrm>
            <a:off x="8224920" y="6399360"/>
            <a:ext cx="743040" cy="27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45720" tIns="46800" rIns="45720" bIns="46800" anchor="ctr">
            <a:sp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48346588-7456-4D28-B0A4-120F676F68BD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12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TextShape 2"/>
          <p:cNvSpPr/>
          <p:nvPr/>
        </p:nvSpPr>
        <p:spPr>
          <a:xfrm>
            <a:off x="209520" y="1109520"/>
            <a:ext cx="8747280" cy="491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6800" rIns="45720" bIns="46800" anchor="t">
            <a:spAutoFit/>
          </a:bodyPr>
          <a:lstStyle/>
          <a:p>
            <a:pPr marL="457200" indent="-317520">
              <a:lnSpc>
                <a:spcPct val="150000"/>
              </a:lnSpc>
              <a:spcBef>
                <a:spcPts val="400"/>
              </a:spcBef>
              <a:buClr>
                <a:srgbClr val="000000"/>
              </a:buClr>
              <a:buFont typeface="Times New Roman"/>
              <a:buChar char="●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NeuEdge on Loihi 2 achieves 847 TOPS/W - 169x better than Jetson Nano (5 TOPS/W)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457200" indent="-317520">
              <a:lnSpc>
                <a:spcPct val="150000"/>
              </a:lnSpc>
              <a:spcBef>
                <a:spcPts val="400"/>
              </a:spcBef>
              <a:buClr>
                <a:srgbClr val="000000"/>
              </a:buClr>
              <a:buFont typeface="Times New Roman"/>
              <a:buChar char="●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Intel Loihi 2 standalone: 60 TOPS/W at only 0.02 W power draw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457200" indent="-317520">
              <a:lnSpc>
                <a:spcPct val="150000"/>
              </a:lnSpc>
              <a:spcBef>
                <a:spcPts val="400"/>
              </a:spcBef>
              <a:buClr>
                <a:srgbClr val="000000"/>
              </a:buClr>
              <a:buFont typeface="Times New Roman"/>
              <a:buChar char="●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Memristor accelerator: 127 TOPS/W at 0.01 W - most power-frugal platform tested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457200" indent="-317520">
              <a:lnSpc>
                <a:spcPct val="150000"/>
              </a:lnSpc>
              <a:spcBef>
                <a:spcPts val="400"/>
              </a:spcBef>
              <a:buClr>
                <a:srgbClr val="000000"/>
              </a:buClr>
              <a:buFont typeface="Times New Roman"/>
              <a:buChar char="●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Energy savings of 85–95% estimated vs GPU baseline through sparse spike operations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457200" indent="-317520">
              <a:lnSpc>
                <a:spcPct val="150000"/>
              </a:lnSpc>
              <a:spcBef>
                <a:spcPts val="400"/>
              </a:spcBef>
              <a:buClr>
                <a:srgbClr val="000000"/>
              </a:buClr>
              <a:buFont typeface="Times New Roman"/>
              <a:buChar char="●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Energy per synaptic op: 0.08 pJ (Loihi) vs 8.6 pJ (GPU) - 107x reduction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457200" indent="-317520">
              <a:lnSpc>
                <a:spcPct val="150000"/>
              </a:lnSpc>
              <a:spcBef>
                <a:spcPts val="400"/>
              </a:spcBef>
              <a:buClr>
                <a:srgbClr val="000000"/>
              </a:buClr>
              <a:buFont typeface="Times New Roman"/>
              <a:buChar char="●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Result: neuromorphic platforms are feasible for healthcare wearables (~5 mW budget)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Shape"/>
          <p:cNvSpPr/>
          <p:nvPr/>
        </p:nvSpPr>
        <p:spPr>
          <a:xfrm>
            <a:off x="503280" y="127440"/>
            <a:ext cx="5927760" cy="58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6800" rIns="45720" bIns="46800" anchor="ctr">
            <a:spAutoFit/>
          </a:bodyPr>
          <a:lstStyle/>
          <a:p>
            <a:pPr algn="ctr"/>
            <a:r>
              <a:rPr lang="en-US" sz="3200" b="0" strike="noStrike" spc="-1">
                <a:solidFill>
                  <a:srgbClr val="000000"/>
                </a:solidFill>
                <a:latin typeface="Times New Roman"/>
              </a:rPr>
              <a:t>Table II: Energy Efficiency Comparison</a:t>
            </a:r>
          </a:p>
        </p:txBody>
      </p:sp>
      <p:sp>
        <p:nvSpPr>
          <p:cNvPr id="11" name="PageNum"/>
          <p:cNvSpPr/>
          <p:nvPr/>
        </p:nvSpPr>
        <p:spPr>
          <a:xfrm>
            <a:off x="8224920" y="6399360"/>
            <a:ext cx="743040" cy="27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45720" tIns="46800" rIns="45720" bIns="46800" anchor="ctr">
            <a:spAutoFit/>
          </a:bodyPr>
          <a:lstStyle/>
          <a:p>
            <a:pPr algn="r"/>
            <a:fld id="{8059BCDA-A15E-4B2D-8A28-686325FA4470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t>13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  <p:graphicFrame>
        <p:nvGraphicFramePr>
          <p:cNvPr id="20" name="Table"/>
          <p:cNvGraphicFramePr>
            <a:graphicFrameLocks noGrp="1"/>
          </p:cNvGraphicFramePr>
          <p:nvPr/>
        </p:nvGraphicFramePr>
        <p:xfrm>
          <a:off x="272160" y="1050000"/>
          <a:ext cx="8600000" cy="27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5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5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000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/>
                        </a:rPr>
                        <a:t>Processor / Platform</a:t>
                      </a:r>
                    </a:p>
                  </a:txBody>
                  <a:tcPr>
                    <a:lnL w="12700" cap="flat">
                      <a:solidFill>
                        <a:srgbClr val="808080"/>
                      </a:solidFill>
                    </a:lnL>
                    <a:lnR w="12700" cap="flat">
                      <a:solidFill>
                        <a:srgbClr val="808080"/>
                      </a:solidFill>
                    </a:lnR>
                    <a:lnT w="12700" cap="flat">
                      <a:solidFill>
                        <a:srgbClr val="808080"/>
                      </a:solidFill>
                    </a:lnT>
                    <a:lnB w="12700" cap="flat">
                      <a:solidFill>
                        <a:srgbClr val="808080"/>
                      </a:solidFill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/>
                        </a:rPr>
                        <a:t>Power (W)</a:t>
                      </a:r>
                    </a:p>
                  </a:txBody>
                  <a:tcPr>
                    <a:lnL w="12700" cap="flat">
                      <a:solidFill>
                        <a:srgbClr val="808080"/>
                      </a:solidFill>
                    </a:lnL>
                    <a:lnR w="12700" cap="flat">
                      <a:solidFill>
                        <a:srgbClr val="808080"/>
                      </a:solidFill>
                    </a:lnR>
                    <a:lnT w="12700" cap="flat">
                      <a:solidFill>
                        <a:srgbClr val="808080"/>
                      </a:solidFill>
                    </a:lnT>
                    <a:lnB w="12700" cap="flat">
                      <a:solidFill>
                        <a:srgbClr val="808080"/>
                      </a:solidFill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/>
                        </a:rPr>
                        <a:t>Efficiency (TOPS/W)</a:t>
                      </a:r>
                    </a:p>
                  </a:txBody>
                  <a:tcPr>
                    <a:lnL w="12700" cap="flat">
                      <a:solidFill>
                        <a:srgbClr val="808080"/>
                      </a:solidFill>
                    </a:lnL>
                    <a:lnR w="12700" cap="flat">
                      <a:solidFill>
                        <a:srgbClr val="808080"/>
                      </a:solidFill>
                    </a:lnR>
                    <a:lnT w="12700" cap="flat">
                      <a:solidFill>
                        <a:srgbClr val="808080"/>
                      </a:solidFill>
                    </a:lnT>
                    <a:lnB w="12700" cap="flat">
                      <a:solidFill>
                        <a:srgbClr val="808080"/>
                      </a:solidFill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/>
                        </a:rPr>
                        <a:t>Energy Saved vs. GPU</a:t>
                      </a:r>
                    </a:p>
                  </a:txBody>
                  <a:tcPr>
                    <a:lnL w="12700" cap="flat">
                      <a:solidFill>
                        <a:srgbClr val="808080"/>
                      </a:solidFill>
                    </a:lnL>
                    <a:lnR w="12700" cap="flat">
                      <a:solidFill>
                        <a:srgbClr val="808080"/>
                      </a:solidFill>
                    </a:lnR>
                    <a:lnT w="12700" cap="flat">
                      <a:solidFill>
                        <a:srgbClr val="808080"/>
                      </a:solidFill>
                    </a:lnT>
                    <a:lnB w="12700" cap="flat">
                      <a:solidFill>
                        <a:srgbClr val="808080"/>
                      </a:solidFill>
                    </a:lnB>
                    <a:solidFill>
                      <a:srgbClr val="C039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GPU (Jetson Nano)</a:t>
                      </a:r>
                    </a:p>
                  </a:txBody>
                  <a:tcPr>
                    <a:lnL w="12700" cap="flat">
                      <a:solidFill>
                        <a:srgbClr val="808080"/>
                      </a:solidFill>
                    </a:lnL>
                    <a:lnR w="12700" cap="flat">
                      <a:solidFill>
                        <a:srgbClr val="808080"/>
                      </a:solidFill>
                    </a:lnR>
                    <a:lnT w="12700" cap="flat">
                      <a:solidFill>
                        <a:srgbClr val="808080"/>
                      </a:solidFill>
                    </a:lnT>
                    <a:lnB w="12700" cap="flat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10.0</a:t>
                      </a:r>
                    </a:p>
                  </a:txBody>
                  <a:tcPr>
                    <a:lnL w="12700" cap="flat">
                      <a:solidFill>
                        <a:srgbClr val="808080"/>
                      </a:solidFill>
                    </a:lnL>
                    <a:lnR w="12700" cap="flat">
                      <a:solidFill>
                        <a:srgbClr val="808080"/>
                      </a:solidFill>
                    </a:lnR>
                    <a:lnT w="12700" cap="flat">
                      <a:solidFill>
                        <a:srgbClr val="808080"/>
                      </a:solidFill>
                    </a:lnT>
                    <a:lnB w="12700" cap="flat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5</a:t>
                      </a:r>
                    </a:p>
                  </a:txBody>
                  <a:tcPr>
                    <a:lnL w="12700" cap="flat">
                      <a:solidFill>
                        <a:srgbClr val="808080"/>
                      </a:solidFill>
                    </a:lnL>
                    <a:lnR w="12700" cap="flat">
                      <a:solidFill>
                        <a:srgbClr val="808080"/>
                      </a:solidFill>
                    </a:lnR>
                    <a:lnT w="12700" cap="flat">
                      <a:solidFill>
                        <a:srgbClr val="808080"/>
                      </a:solidFill>
                    </a:lnT>
                    <a:lnB w="12700" cap="flat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Baseline</a:t>
                      </a:r>
                    </a:p>
                  </a:txBody>
                  <a:tcPr>
                    <a:lnL w="12700" cap="flat">
                      <a:solidFill>
                        <a:srgbClr val="808080"/>
                      </a:solidFill>
                    </a:lnL>
                    <a:lnR w="12700" cap="flat">
                      <a:solidFill>
                        <a:srgbClr val="808080"/>
                      </a:solidFill>
                    </a:lnR>
                    <a:lnT w="12700" cap="flat">
                      <a:solidFill>
                        <a:srgbClr val="808080"/>
                      </a:solidFill>
                    </a:lnT>
                    <a:lnB w="12700" cap="flat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Intel Loihi 2</a:t>
                      </a:r>
                    </a:p>
                  </a:txBody>
                  <a:tcPr>
                    <a:lnL w="12700" cap="flat">
                      <a:solidFill>
                        <a:srgbClr val="808080"/>
                      </a:solidFill>
                    </a:lnL>
                    <a:lnR w="12700" cap="flat">
                      <a:solidFill>
                        <a:srgbClr val="808080"/>
                      </a:solidFill>
                    </a:lnR>
                    <a:lnT w="12700" cap="flat">
                      <a:solidFill>
                        <a:srgbClr val="808080"/>
                      </a:solidFill>
                    </a:lnT>
                    <a:lnB w="12700" cap="flat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0.02</a:t>
                      </a:r>
                    </a:p>
                  </a:txBody>
                  <a:tcPr>
                    <a:lnL w="12700" cap="flat">
                      <a:solidFill>
                        <a:srgbClr val="808080"/>
                      </a:solidFill>
                    </a:lnL>
                    <a:lnR w="12700" cap="flat">
                      <a:solidFill>
                        <a:srgbClr val="808080"/>
                      </a:solidFill>
                    </a:lnR>
                    <a:lnT w="12700" cap="flat">
                      <a:solidFill>
                        <a:srgbClr val="808080"/>
                      </a:solidFill>
                    </a:lnT>
                    <a:lnB w="12700" cap="flat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60</a:t>
                      </a:r>
                    </a:p>
                  </a:txBody>
                  <a:tcPr>
                    <a:lnL w="12700" cap="flat">
                      <a:solidFill>
                        <a:srgbClr val="808080"/>
                      </a:solidFill>
                    </a:lnL>
                    <a:lnR w="12700" cap="flat">
                      <a:solidFill>
                        <a:srgbClr val="808080"/>
                      </a:solidFill>
                    </a:lnR>
                    <a:lnT w="12700" cap="flat">
                      <a:solidFill>
                        <a:srgbClr val="808080"/>
                      </a:solidFill>
                    </a:lnT>
                    <a:lnB w="12700" cap="flat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90%</a:t>
                      </a:r>
                    </a:p>
                  </a:txBody>
                  <a:tcPr>
                    <a:lnL w="12700" cap="flat">
                      <a:solidFill>
                        <a:srgbClr val="808080"/>
                      </a:solidFill>
                    </a:lnL>
                    <a:lnR w="12700" cap="flat">
                      <a:solidFill>
                        <a:srgbClr val="808080"/>
                      </a:solidFill>
                    </a:lnR>
                    <a:lnT w="12700" cap="flat">
                      <a:solidFill>
                        <a:srgbClr val="808080"/>
                      </a:solidFill>
                    </a:lnT>
                    <a:lnB w="12700" cap="flat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NeuEdge on Loihi 2</a:t>
                      </a:r>
                    </a:p>
                  </a:txBody>
                  <a:tcPr>
                    <a:lnL w="12700" cap="flat">
                      <a:solidFill>
                        <a:srgbClr val="808080"/>
                      </a:solidFill>
                    </a:lnL>
                    <a:lnR w="12700" cap="flat">
                      <a:solidFill>
                        <a:srgbClr val="808080"/>
                      </a:solidFill>
                    </a:lnR>
                    <a:lnT w="12700" cap="flat">
                      <a:solidFill>
                        <a:srgbClr val="808080"/>
                      </a:solidFill>
                    </a:lnT>
                    <a:lnB w="12700" cap="flat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0.241</a:t>
                      </a:r>
                    </a:p>
                  </a:txBody>
                  <a:tcPr>
                    <a:lnL w="12700" cap="flat">
                      <a:solidFill>
                        <a:srgbClr val="808080"/>
                      </a:solidFill>
                    </a:lnL>
                    <a:lnR w="12700" cap="flat">
                      <a:solidFill>
                        <a:srgbClr val="808080"/>
                      </a:solidFill>
                    </a:lnR>
                    <a:lnT w="12700" cap="flat">
                      <a:solidFill>
                        <a:srgbClr val="808080"/>
                      </a:solidFill>
                    </a:lnT>
                    <a:lnB w="12700" cap="flat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847 GOp/s/W</a:t>
                      </a:r>
                    </a:p>
                  </a:txBody>
                  <a:tcPr>
                    <a:lnL w="12700" cap="flat">
                      <a:solidFill>
                        <a:srgbClr val="808080"/>
                      </a:solidFill>
                    </a:lnL>
                    <a:lnR w="12700" cap="flat">
                      <a:solidFill>
                        <a:srgbClr val="808080"/>
                      </a:solidFill>
                    </a:lnR>
                    <a:lnT w="12700" cap="flat">
                      <a:solidFill>
                        <a:srgbClr val="808080"/>
                      </a:solidFill>
                    </a:lnT>
                    <a:lnB w="12700" cap="flat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99%</a:t>
                      </a:r>
                    </a:p>
                  </a:txBody>
                  <a:tcPr>
                    <a:lnL w="12700" cap="flat">
                      <a:solidFill>
                        <a:srgbClr val="808080"/>
                      </a:solidFill>
                    </a:lnL>
                    <a:lnR w="12700" cap="flat">
                      <a:solidFill>
                        <a:srgbClr val="808080"/>
                      </a:solidFill>
                    </a:lnR>
                    <a:lnT w="12700" cap="flat">
                      <a:solidFill>
                        <a:srgbClr val="808080"/>
                      </a:solidFill>
                    </a:lnT>
                    <a:lnB w="12700" cap="flat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Memristor Accelerator</a:t>
                      </a:r>
                    </a:p>
                  </a:txBody>
                  <a:tcPr>
                    <a:lnL w="12700" cap="flat">
                      <a:solidFill>
                        <a:srgbClr val="808080"/>
                      </a:solidFill>
                    </a:lnL>
                    <a:lnR w="12700" cap="flat">
                      <a:solidFill>
                        <a:srgbClr val="808080"/>
                      </a:solidFill>
                    </a:lnR>
                    <a:lnT w="12700" cap="flat">
                      <a:solidFill>
                        <a:srgbClr val="808080"/>
                      </a:solidFill>
                    </a:lnT>
                    <a:lnB w="12700" cap="flat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0.01</a:t>
                      </a:r>
                    </a:p>
                  </a:txBody>
                  <a:tcPr>
                    <a:lnL w="12700" cap="flat">
                      <a:solidFill>
                        <a:srgbClr val="808080"/>
                      </a:solidFill>
                    </a:lnL>
                    <a:lnR w="12700" cap="flat">
                      <a:solidFill>
                        <a:srgbClr val="808080"/>
                      </a:solidFill>
                    </a:lnR>
                    <a:lnT w="12700" cap="flat">
                      <a:solidFill>
                        <a:srgbClr val="808080"/>
                      </a:solidFill>
                    </a:lnT>
                    <a:lnB w="12700" cap="flat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75 to 180</a:t>
                      </a:r>
                    </a:p>
                  </a:txBody>
                  <a:tcPr>
                    <a:lnL w="12700" cap="flat">
                      <a:solidFill>
                        <a:srgbClr val="808080"/>
                      </a:solidFill>
                    </a:lnL>
                    <a:lnR w="12700" cap="flat">
                      <a:solidFill>
                        <a:srgbClr val="808080"/>
                      </a:solidFill>
                    </a:lnR>
                    <a:lnT w="12700" cap="flat">
                      <a:solidFill>
                        <a:srgbClr val="808080"/>
                      </a:solidFill>
                    </a:lnT>
                    <a:lnB w="12700" cap="flat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95%</a:t>
                      </a:r>
                    </a:p>
                  </a:txBody>
                  <a:tcPr>
                    <a:lnL w="12700" cap="flat">
                      <a:solidFill>
                        <a:srgbClr val="808080"/>
                      </a:solidFill>
                    </a:lnL>
                    <a:lnR w="12700" cap="flat">
                      <a:solidFill>
                        <a:srgbClr val="808080"/>
                      </a:solidFill>
                    </a:lnR>
                    <a:lnT w="12700" cap="flat">
                      <a:solidFill>
                        <a:srgbClr val="808080"/>
                      </a:solidFill>
                    </a:lnT>
                    <a:lnB w="12700" cap="flat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NeurEfficient Hybrid</a:t>
                      </a:r>
                    </a:p>
                  </a:txBody>
                  <a:tcPr>
                    <a:lnL w="12700" cap="flat">
                      <a:solidFill>
                        <a:srgbClr val="808080"/>
                      </a:solidFill>
                    </a:lnL>
                    <a:lnR w="12700" cap="flat">
                      <a:solidFill>
                        <a:srgbClr val="808080"/>
                      </a:solidFill>
                    </a:lnR>
                    <a:lnT w="12700" cap="flat">
                      <a:solidFill>
                        <a:srgbClr val="808080"/>
                      </a:solidFill>
                    </a:lnT>
                    <a:lnB w="12700" cap="flat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0.005</a:t>
                      </a:r>
                    </a:p>
                  </a:txBody>
                  <a:tcPr>
                    <a:lnL w="12700" cap="flat">
                      <a:solidFill>
                        <a:srgbClr val="808080"/>
                      </a:solidFill>
                    </a:lnL>
                    <a:lnR w="12700" cap="flat">
                      <a:solidFill>
                        <a:srgbClr val="808080"/>
                      </a:solidFill>
                    </a:lnR>
                    <a:lnT w="12700" cap="flat">
                      <a:solidFill>
                        <a:srgbClr val="808080"/>
                      </a:solidFill>
                    </a:lnT>
                    <a:lnB w="12700" cap="flat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above 80</a:t>
                      </a:r>
                    </a:p>
                  </a:txBody>
                  <a:tcPr>
                    <a:lnL w="12700" cap="flat">
                      <a:solidFill>
                        <a:srgbClr val="808080"/>
                      </a:solidFill>
                    </a:lnL>
                    <a:lnR w="12700" cap="flat">
                      <a:solidFill>
                        <a:srgbClr val="808080"/>
                      </a:solidFill>
                    </a:lnR>
                    <a:lnT w="12700" cap="flat">
                      <a:solidFill>
                        <a:srgbClr val="808080"/>
                      </a:solidFill>
                    </a:lnT>
                    <a:lnB w="12700" cap="flat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87%</a:t>
                      </a:r>
                    </a:p>
                  </a:txBody>
                  <a:tcPr>
                    <a:lnL w="12700" cap="flat">
                      <a:solidFill>
                        <a:srgbClr val="808080"/>
                      </a:solidFill>
                    </a:lnL>
                    <a:lnR w="12700" cap="flat">
                      <a:solidFill>
                        <a:srgbClr val="808080"/>
                      </a:solidFill>
                    </a:lnR>
                    <a:lnT w="12700" cap="flat">
                      <a:solidFill>
                        <a:srgbClr val="808080"/>
                      </a:solidFill>
                    </a:lnT>
                    <a:lnB w="12700" cap="flat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TextShape 1"/>
          <p:cNvSpPr/>
          <p:nvPr/>
        </p:nvSpPr>
        <p:spPr>
          <a:xfrm>
            <a:off x="503280" y="127440"/>
            <a:ext cx="5927760" cy="58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6800" rIns="45720" bIns="468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Latency Results (Table II)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TextShape 3"/>
          <p:cNvSpPr/>
          <p:nvPr/>
        </p:nvSpPr>
        <p:spPr>
          <a:xfrm>
            <a:off x="8224920" y="6399360"/>
            <a:ext cx="743040" cy="27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45720" tIns="46800" rIns="45720" bIns="46800" anchor="ctr">
            <a:sp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CA0C8B7A-DA3E-4FC1-8791-CAA172836DE6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14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TextShape 2"/>
          <p:cNvSpPr/>
          <p:nvPr/>
        </p:nvSpPr>
        <p:spPr>
          <a:xfrm>
            <a:off x="209520" y="1109520"/>
            <a:ext cx="8747280" cy="3548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6800" rIns="45720" bIns="46800" anchor="t">
            <a:spAutoFit/>
          </a:bodyPr>
          <a:lstStyle/>
          <a:p>
            <a:pPr marL="457200" indent="-317520">
              <a:lnSpc>
                <a:spcPct val="150000"/>
              </a:lnSpc>
              <a:spcBef>
                <a:spcPts val="400"/>
              </a:spcBef>
              <a:buClr>
                <a:srgbClr val="000000"/>
              </a:buClr>
              <a:buFont typeface="Times New Roman"/>
              <a:buChar char="●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MobileNet on Jetson Nano (baseline): 18.4 ms per inference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457200" indent="-317520">
              <a:lnSpc>
                <a:spcPct val="150000"/>
              </a:lnSpc>
              <a:spcBef>
                <a:spcPts val="400"/>
              </a:spcBef>
              <a:buClr>
                <a:srgbClr val="000000"/>
              </a:buClr>
              <a:buFont typeface="Times New Roman"/>
              <a:buChar char="●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SNN on Loihi 2: 8.9 ms - 52% improvement over CNN baseline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457200" indent="-317520">
              <a:lnSpc>
                <a:spcPct val="150000"/>
              </a:lnSpc>
              <a:spcBef>
                <a:spcPts val="400"/>
              </a:spcBef>
              <a:buClr>
                <a:srgbClr val="000000"/>
              </a:buClr>
              <a:buFont typeface="Times New Roman"/>
              <a:buChar char="●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NeuEdge on TrueNorth: 4.1 ms - 78% improvement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457200" indent="-317520">
              <a:lnSpc>
                <a:spcPct val="150000"/>
              </a:lnSpc>
              <a:spcBef>
                <a:spcPts val="400"/>
              </a:spcBef>
              <a:buClr>
                <a:srgbClr val="000000"/>
              </a:buClr>
              <a:buFont typeface="Times New Roman"/>
              <a:buChar char="●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NeuEdge on Loihi 2: 2.3 ms - 87% improvement (best result)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457200" indent="-317520">
              <a:lnSpc>
                <a:spcPct val="150000"/>
              </a:lnSpc>
              <a:spcBef>
                <a:spcPts val="400"/>
              </a:spcBef>
              <a:buClr>
                <a:srgbClr val="000000"/>
              </a:buClr>
              <a:buFont typeface="Times New Roman"/>
              <a:buChar char="●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Loihi 2 with STDP anomaly detection: 3.0 ms - 75% improvement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457200" indent="-317520">
              <a:lnSpc>
                <a:spcPct val="150000"/>
              </a:lnSpc>
              <a:spcBef>
                <a:spcPts val="400"/>
              </a:spcBef>
              <a:buClr>
                <a:srgbClr val="000000"/>
              </a:buClr>
              <a:buFont typeface="Times New Roman"/>
              <a:buChar char="●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Event-driven computation eliminates redundant frame processing - key factor in latency gains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Shape"/>
          <p:cNvSpPr/>
          <p:nvPr/>
        </p:nvSpPr>
        <p:spPr>
          <a:xfrm>
            <a:off x="503280" y="127440"/>
            <a:ext cx="5927760" cy="58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6800" rIns="45720" bIns="46800" anchor="ctr">
            <a:spAutoFit/>
          </a:bodyPr>
          <a:lstStyle/>
          <a:p>
            <a:pPr algn="ctr"/>
            <a:r>
              <a:rPr lang="en-US" sz="3200" b="0" strike="noStrike" spc="-1">
                <a:solidFill>
                  <a:srgbClr val="000000"/>
                </a:solidFill>
                <a:latin typeface="Times New Roman"/>
              </a:rPr>
              <a:t>Table III: Inference Latency Comparison</a:t>
            </a:r>
          </a:p>
        </p:txBody>
      </p:sp>
      <p:sp>
        <p:nvSpPr>
          <p:cNvPr id="11" name="PageNum"/>
          <p:cNvSpPr/>
          <p:nvPr/>
        </p:nvSpPr>
        <p:spPr>
          <a:xfrm>
            <a:off x="8224920" y="6399360"/>
            <a:ext cx="743040" cy="27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45720" tIns="46800" rIns="45720" bIns="46800" anchor="ctr">
            <a:spAutoFit/>
          </a:bodyPr>
          <a:lstStyle/>
          <a:p>
            <a:pPr algn="r"/>
            <a:fld id="{8059BCDA-A15E-4B2D-8A28-686325FA4470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t>15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  <p:graphicFrame>
        <p:nvGraphicFramePr>
          <p:cNvPr id="20" name="Table"/>
          <p:cNvGraphicFramePr>
            <a:graphicFrameLocks noGrp="1"/>
          </p:cNvGraphicFramePr>
          <p:nvPr/>
        </p:nvGraphicFramePr>
        <p:xfrm>
          <a:off x="272160" y="1050000"/>
          <a:ext cx="8600000" cy="27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5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5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000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/>
                        </a:rPr>
                        <a:t>Platform</a:t>
                      </a:r>
                    </a:p>
                  </a:txBody>
                  <a:tcPr>
                    <a:lnL w="12700" cap="flat">
                      <a:solidFill>
                        <a:srgbClr val="808080"/>
                      </a:solidFill>
                    </a:lnL>
                    <a:lnR w="12700" cap="flat">
                      <a:solidFill>
                        <a:srgbClr val="808080"/>
                      </a:solidFill>
                    </a:lnR>
                    <a:lnT w="12700" cap="flat">
                      <a:solidFill>
                        <a:srgbClr val="808080"/>
                      </a:solidFill>
                    </a:lnT>
                    <a:lnB w="12700" cap="flat">
                      <a:solidFill>
                        <a:srgbClr val="808080"/>
                      </a:solidFill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/>
                        </a:rPr>
                        <a:t>Task</a:t>
                      </a:r>
                    </a:p>
                  </a:txBody>
                  <a:tcPr>
                    <a:lnL w="12700" cap="flat">
                      <a:solidFill>
                        <a:srgbClr val="808080"/>
                      </a:solidFill>
                    </a:lnL>
                    <a:lnR w="12700" cap="flat">
                      <a:solidFill>
                        <a:srgbClr val="808080"/>
                      </a:solidFill>
                    </a:lnR>
                    <a:lnT w="12700" cap="flat">
                      <a:solidFill>
                        <a:srgbClr val="808080"/>
                      </a:solidFill>
                    </a:lnT>
                    <a:lnB w="12700" cap="flat">
                      <a:solidFill>
                        <a:srgbClr val="808080"/>
                      </a:solidFill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/>
                        </a:rPr>
                        <a:t>Latency (ms)</a:t>
                      </a:r>
                    </a:p>
                  </a:txBody>
                  <a:tcPr>
                    <a:lnL w="12700" cap="flat">
                      <a:solidFill>
                        <a:srgbClr val="808080"/>
                      </a:solidFill>
                    </a:lnL>
                    <a:lnR w="12700" cap="flat">
                      <a:solidFill>
                        <a:srgbClr val="808080"/>
                      </a:solidFill>
                    </a:lnR>
                    <a:lnT w="12700" cap="flat">
                      <a:solidFill>
                        <a:srgbClr val="808080"/>
                      </a:solidFill>
                    </a:lnT>
                    <a:lnB w="12700" cap="flat">
                      <a:solidFill>
                        <a:srgbClr val="808080"/>
                      </a:solidFill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/>
                        </a:rPr>
                        <a:t>Improvement vs. CNN</a:t>
                      </a:r>
                    </a:p>
                  </a:txBody>
                  <a:tcPr>
                    <a:lnL w="12700" cap="flat">
                      <a:solidFill>
                        <a:srgbClr val="808080"/>
                      </a:solidFill>
                    </a:lnL>
                    <a:lnR w="12700" cap="flat">
                      <a:solidFill>
                        <a:srgbClr val="808080"/>
                      </a:solidFill>
                    </a:lnR>
                    <a:lnT w="12700" cap="flat">
                      <a:solidFill>
                        <a:srgbClr val="808080"/>
                      </a:solidFill>
                    </a:lnT>
                    <a:lnB w="12700" cap="flat">
                      <a:solidFill>
                        <a:srgbClr val="808080"/>
                      </a:solidFill>
                    </a:lnB>
                    <a:solidFill>
                      <a:srgbClr val="C039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MobileNet on Jetson Nano</a:t>
                      </a:r>
                    </a:p>
                  </a:txBody>
                  <a:tcPr>
                    <a:lnL w="12700" cap="flat">
                      <a:solidFill>
                        <a:srgbClr val="808080"/>
                      </a:solidFill>
                    </a:lnL>
                    <a:lnR w="12700" cap="flat">
                      <a:solidFill>
                        <a:srgbClr val="808080"/>
                      </a:solidFill>
                    </a:lnR>
                    <a:lnT w="12700" cap="flat">
                      <a:solidFill>
                        <a:srgbClr val="808080"/>
                      </a:solidFill>
                    </a:lnT>
                    <a:lnB w="12700" cap="flat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Image recognition</a:t>
                      </a:r>
                    </a:p>
                  </a:txBody>
                  <a:tcPr>
                    <a:lnL w="12700" cap="flat">
                      <a:solidFill>
                        <a:srgbClr val="808080"/>
                      </a:solidFill>
                    </a:lnL>
                    <a:lnR w="12700" cap="flat">
                      <a:solidFill>
                        <a:srgbClr val="808080"/>
                      </a:solidFill>
                    </a:lnR>
                    <a:lnT w="12700" cap="flat">
                      <a:solidFill>
                        <a:srgbClr val="808080"/>
                      </a:solidFill>
                    </a:lnT>
                    <a:lnB w="12700" cap="flat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18.4</a:t>
                      </a:r>
                    </a:p>
                  </a:txBody>
                  <a:tcPr>
                    <a:lnL w="12700" cap="flat">
                      <a:solidFill>
                        <a:srgbClr val="808080"/>
                      </a:solidFill>
                    </a:lnL>
                    <a:lnR w="12700" cap="flat">
                      <a:solidFill>
                        <a:srgbClr val="808080"/>
                      </a:solidFill>
                    </a:lnR>
                    <a:lnT w="12700" cap="flat">
                      <a:solidFill>
                        <a:srgbClr val="808080"/>
                      </a:solidFill>
                    </a:lnT>
                    <a:lnB w="12700" cap="flat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Baseline</a:t>
                      </a:r>
                    </a:p>
                  </a:txBody>
                  <a:tcPr>
                    <a:lnL w="12700" cap="flat">
                      <a:solidFill>
                        <a:srgbClr val="808080"/>
                      </a:solidFill>
                    </a:lnL>
                    <a:lnR w="12700" cap="flat">
                      <a:solidFill>
                        <a:srgbClr val="808080"/>
                      </a:solidFill>
                    </a:lnR>
                    <a:lnT w="12700" cap="flat">
                      <a:solidFill>
                        <a:srgbClr val="808080"/>
                      </a:solidFill>
                    </a:lnT>
                    <a:lnB w="12700" cap="flat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Standard SNN on Loihi 2</a:t>
                      </a:r>
                    </a:p>
                  </a:txBody>
                  <a:tcPr>
                    <a:lnL w="12700" cap="flat">
                      <a:solidFill>
                        <a:srgbClr val="808080"/>
                      </a:solidFill>
                    </a:lnL>
                    <a:lnR w="12700" cap="flat">
                      <a:solidFill>
                        <a:srgbClr val="808080"/>
                      </a:solidFill>
                    </a:lnR>
                    <a:lnT w="12700" cap="flat">
                      <a:solidFill>
                        <a:srgbClr val="808080"/>
                      </a:solidFill>
                    </a:lnT>
                    <a:lnB w="12700" cap="flat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Image classification</a:t>
                      </a:r>
                    </a:p>
                  </a:txBody>
                  <a:tcPr>
                    <a:lnL w="12700" cap="flat">
                      <a:solidFill>
                        <a:srgbClr val="808080"/>
                      </a:solidFill>
                    </a:lnL>
                    <a:lnR w="12700" cap="flat">
                      <a:solidFill>
                        <a:srgbClr val="808080"/>
                      </a:solidFill>
                    </a:lnR>
                    <a:lnT w="12700" cap="flat">
                      <a:solidFill>
                        <a:srgbClr val="808080"/>
                      </a:solidFill>
                    </a:lnT>
                    <a:lnB w="12700" cap="flat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8.9</a:t>
                      </a:r>
                    </a:p>
                  </a:txBody>
                  <a:tcPr>
                    <a:lnL w="12700" cap="flat">
                      <a:solidFill>
                        <a:srgbClr val="808080"/>
                      </a:solidFill>
                    </a:lnL>
                    <a:lnR w="12700" cap="flat">
                      <a:solidFill>
                        <a:srgbClr val="808080"/>
                      </a:solidFill>
                    </a:lnR>
                    <a:lnT w="12700" cap="flat">
                      <a:solidFill>
                        <a:srgbClr val="808080"/>
                      </a:solidFill>
                    </a:lnT>
                    <a:lnB w="12700" cap="flat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52% faster</a:t>
                      </a:r>
                    </a:p>
                  </a:txBody>
                  <a:tcPr>
                    <a:lnL w="12700" cap="flat">
                      <a:solidFill>
                        <a:srgbClr val="808080"/>
                      </a:solidFill>
                    </a:lnL>
                    <a:lnR w="12700" cap="flat">
                      <a:solidFill>
                        <a:srgbClr val="808080"/>
                      </a:solidFill>
                    </a:lnR>
                    <a:lnT w="12700" cap="flat">
                      <a:solidFill>
                        <a:srgbClr val="808080"/>
                      </a:solidFill>
                    </a:lnT>
                    <a:lnB w="12700" cap="flat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NeuEdge on Loihi 2</a:t>
                      </a:r>
                    </a:p>
                  </a:txBody>
                  <a:tcPr>
                    <a:lnL w="12700" cap="flat">
                      <a:solidFill>
                        <a:srgbClr val="808080"/>
                      </a:solidFill>
                    </a:lnL>
                    <a:lnR w="12700" cap="flat">
                      <a:solidFill>
                        <a:srgbClr val="808080"/>
                      </a:solidFill>
                    </a:lnR>
                    <a:lnT w="12700" cap="flat">
                      <a:solidFill>
                        <a:srgbClr val="808080"/>
                      </a:solidFill>
                    </a:lnT>
                    <a:lnB w="12700" cap="flat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Gesture recognition</a:t>
                      </a:r>
                    </a:p>
                  </a:txBody>
                  <a:tcPr>
                    <a:lnL w="12700" cap="flat">
                      <a:solidFill>
                        <a:srgbClr val="808080"/>
                      </a:solidFill>
                    </a:lnL>
                    <a:lnR w="12700" cap="flat">
                      <a:solidFill>
                        <a:srgbClr val="808080"/>
                      </a:solidFill>
                    </a:lnR>
                    <a:lnT w="12700" cap="flat">
                      <a:solidFill>
                        <a:srgbClr val="808080"/>
                      </a:solidFill>
                    </a:lnT>
                    <a:lnB w="12700" cap="flat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2.3</a:t>
                      </a:r>
                    </a:p>
                  </a:txBody>
                  <a:tcPr>
                    <a:lnL w="12700" cap="flat">
                      <a:solidFill>
                        <a:srgbClr val="808080"/>
                      </a:solidFill>
                    </a:lnL>
                    <a:lnR w="12700" cap="flat">
                      <a:solidFill>
                        <a:srgbClr val="808080"/>
                      </a:solidFill>
                    </a:lnR>
                    <a:lnT w="12700" cap="flat">
                      <a:solidFill>
                        <a:srgbClr val="808080"/>
                      </a:solidFill>
                    </a:lnT>
                    <a:lnB w="12700" cap="flat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87% faster</a:t>
                      </a:r>
                    </a:p>
                  </a:txBody>
                  <a:tcPr>
                    <a:lnL w="12700" cap="flat">
                      <a:solidFill>
                        <a:srgbClr val="808080"/>
                      </a:solidFill>
                    </a:lnL>
                    <a:lnR w="12700" cap="flat">
                      <a:solidFill>
                        <a:srgbClr val="808080"/>
                      </a:solidFill>
                    </a:lnR>
                    <a:lnT w="12700" cap="flat">
                      <a:solidFill>
                        <a:srgbClr val="808080"/>
                      </a:solidFill>
                    </a:lnT>
                    <a:lnB w="12700" cap="flat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NeuEdge on TrueNorth</a:t>
                      </a:r>
                    </a:p>
                  </a:txBody>
                  <a:tcPr>
                    <a:lnL w="12700" cap="flat">
                      <a:solidFill>
                        <a:srgbClr val="808080"/>
                      </a:solidFill>
                    </a:lnL>
                    <a:lnR w="12700" cap="flat">
                      <a:solidFill>
                        <a:srgbClr val="808080"/>
                      </a:solidFill>
                    </a:lnR>
                    <a:lnT w="12700" cap="flat">
                      <a:solidFill>
                        <a:srgbClr val="808080"/>
                      </a:solidFill>
                    </a:lnT>
                    <a:lnB w="12700" cap="flat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Keyword spotting</a:t>
                      </a:r>
                    </a:p>
                  </a:txBody>
                  <a:tcPr>
                    <a:lnL w="12700" cap="flat">
                      <a:solidFill>
                        <a:srgbClr val="808080"/>
                      </a:solidFill>
                    </a:lnL>
                    <a:lnR w="12700" cap="flat">
                      <a:solidFill>
                        <a:srgbClr val="808080"/>
                      </a:solidFill>
                    </a:lnR>
                    <a:lnT w="12700" cap="flat">
                      <a:solidFill>
                        <a:srgbClr val="808080"/>
                      </a:solidFill>
                    </a:lnT>
                    <a:lnB w="12700" cap="flat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4.1</a:t>
                      </a:r>
                    </a:p>
                  </a:txBody>
                  <a:tcPr>
                    <a:lnL w="12700" cap="flat">
                      <a:solidFill>
                        <a:srgbClr val="808080"/>
                      </a:solidFill>
                    </a:lnL>
                    <a:lnR w="12700" cap="flat">
                      <a:solidFill>
                        <a:srgbClr val="808080"/>
                      </a:solidFill>
                    </a:lnR>
                    <a:lnT w="12700" cap="flat">
                      <a:solidFill>
                        <a:srgbClr val="808080"/>
                      </a:solidFill>
                    </a:lnT>
                    <a:lnB w="12700" cap="flat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78% faster</a:t>
                      </a:r>
                    </a:p>
                  </a:txBody>
                  <a:tcPr>
                    <a:lnL w="12700" cap="flat">
                      <a:solidFill>
                        <a:srgbClr val="808080"/>
                      </a:solidFill>
                    </a:lnL>
                    <a:lnR w="12700" cap="flat">
                      <a:solidFill>
                        <a:srgbClr val="808080"/>
                      </a:solidFill>
                    </a:lnR>
                    <a:lnT w="12700" cap="flat">
                      <a:solidFill>
                        <a:srgbClr val="808080"/>
                      </a:solidFill>
                    </a:lnT>
                    <a:lnB w="12700" cap="flat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Loihi with STDP</a:t>
                      </a:r>
                    </a:p>
                  </a:txBody>
                  <a:tcPr>
                    <a:lnL w="12700" cap="flat">
                      <a:solidFill>
                        <a:srgbClr val="808080"/>
                      </a:solidFill>
                    </a:lnL>
                    <a:lnR w="12700" cap="flat">
                      <a:solidFill>
                        <a:srgbClr val="808080"/>
                      </a:solidFill>
                    </a:lnR>
                    <a:lnT w="12700" cap="flat">
                      <a:solidFill>
                        <a:srgbClr val="808080"/>
                      </a:solidFill>
                    </a:lnT>
                    <a:lnB w="12700" cap="flat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Anomaly detection</a:t>
                      </a:r>
                    </a:p>
                  </a:txBody>
                  <a:tcPr>
                    <a:lnL w="12700" cap="flat">
                      <a:solidFill>
                        <a:srgbClr val="808080"/>
                      </a:solidFill>
                    </a:lnL>
                    <a:lnR w="12700" cap="flat">
                      <a:solidFill>
                        <a:srgbClr val="808080"/>
                      </a:solidFill>
                    </a:lnR>
                    <a:lnT w="12700" cap="flat">
                      <a:solidFill>
                        <a:srgbClr val="808080"/>
                      </a:solidFill>
                    </a:lnT>
                    <a:lnB w="12700" cap="flat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below 3</a:t>
                      </a:r>
                    </a:p>
                  </a:txBody>
                  <a:tcPr>
                    <a:lnL w="12700" cap="flat">
                      <a:solidFill>
                        <a:srgbClr val="808080"/>
                      </a:solidFill>
                    </a:lnL>
                    <a:lnR w="12700" cap="flat">
                      <a:solidFill>
                        <a:srgbClr val="808080"/>
                      </a:solidFill>
                    </a:lnR>
                    <a:lnT w="12700" cap="flat">
                      <a:solidFill>
                        <a:srgbClr val="808080"/>
                      </a:solidFill>
                    </a:lnT>
                    <a:lnB w="12700" cap="flat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75% faster</a:t>
                      </a:r>
                    </a:p>
                  </a:txBody>
                  <a:tcPr>
                    <a:lnL w="12700" cap="flat">
                      <a:solidFill>
                        <a:srgbClr val="808080"/>
                      </a:solidFill>
                    </a:lnL>
                    <a:lnR w="12700" cap="flat">
                      <a:solidFill>
                        <a:srgbClr val="808080"/>
                      </a:solidFill>
                    </a:lnR>
                    <a:lnT w="12700" cap="flat">
                      <a:solidFill>
                        <a:srgbClr val="808080"/>
                      </a:solidFill>
                    </a:lnT>
                    <a:lnB w="12700" cap="flat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TextShape 1"/>
          <p:cNvSpPr/>
          <p:nvPr/>
        </p:nvSpPr>
        <p:spPr>
          <a:xfrm>
            <a:off x="503280" y="127440"/>
            <a:ext cx="5927760" cy="58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6800" rIns="45720" bIns="468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Accuracy Results (Table III)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TextShape 3"/>
          <p:cNvSpPr/>
          <p:nvPr/>
        </p:nvSpPr>
        <p:spPr>
          <a:xfrm>
            <a:off x="8224920" y="6399360"/>
            <a:ext cx="743040" cy="27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45720" tIns="46800" rIns="45720" bIns="46800" anchor="ctr">
            <a:sp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18C2D3B6-9A3C-4229-824D-4BBC1070701A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16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TextShape 2"/>
          <p:cNvSpPr/>
          <p:nvPr/>
        </p:nvSpPr>
        <p:spPr>
          <a:xfrm>
            <a:off x="209520" y="1109520"/>
            <a:ext cx="8747280" cy="537365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6800" rIns="45720" bIns="46800" anchor="t">
            <a:spAutoFit/>
          </a:bodyPr>
          <a:lstStyle/>
          <a:p>
            <a:pPr marL="457200" indent="-317520">
              <a:lnSpc>
                <a:spcPct val="150000"/>
              </a:lnSpc>
              <a:spcBef>
                <a:spcPts val="400"/>
              </a:spcBef>
              <a:buClr>
                <a:srgbClr val="000000"/>
              </a:buClr>
              <a:buFont typeface="Times New Roman"/>
              <a:buChar char="●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MobileNetV2 on Jetson Nano: 92.1% accuracy, 62.9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imes New Roman"/>
                <a:ea typeface="Times New Roman"/>
              </a:rPr>
              <a:t>mJ</a:t>
            </a:r>
            <a:r>
              <a:rPr lang="en-US" sz="20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per image.</a:t>
            </a: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457200" indent="-317520">
              <a:lnSpc>
                <a:spcPct val="150000"/>
              </a:lnSpc>
              <a:spcBef>
                <a:spcPts val="400"/>
              </a:spcBef>
              <a:buClr>
                <a:srgbClr val="000000"/>
              </a:buClr>
              <a:buFont typeface="Times New Roman"/>
              <a:buChar char="●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ANN-to-SNN conversion on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imes New Roman"/>
                <a:ea typeface="Times New Roman"/>
              </a:rPr>
              <a:t>Loihi</a:t>
            </a:r>
            <a:r>
              <a:rPr lang="en-US" sz="20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2: 91.2% accuracy, 5.04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imes New Roman"/>
                <a:ea typeface="Times New Roman"/>
              </a:rPr>
              <a:t>mJ</a:t>
            </a:r>
            <a:r>
              <a:rPr lang="en-US" sz="20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- preserves accuracy with 91% energy saving</a:t>
            </a: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457200" indent="-317520">
              <a:lnSpc>
                <a:spcPct val="150000"/>
              </a:lnSpc>
              <a:spcBef>
                <a:spcPts val="400"/>
              </a:spcBef>
              <a:buClr>
                <a:srgbClr val="000000"/>
              </a:buClr>
              <a:buFont typeface="Times New Roman"/>
              <a:buChar char="●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strike="noStrike" spc="-1" dirty="0" err="1">
                <a:solidFill>
                  <a:srgbClr val="000000"/>
                </a:solidFill>
                <a:latin typeface="Times New Roman"/>
                <a:ea typeface="Times New Roman"/>
              </a:rPr>
              <a:t>NeuEdge</a:t>
            </a:r>
            <a:r>
              <a:rPr lang="en-US" sz="20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on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imes New Roman"/>
                <a:ea typeface="Times New Roman"/>
              </a:rPr>
              <a:t>Loihi</a:t>
            </a:r>
            <a:r>
              <a:rPr lang="en-US" sz="20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2: 92.4% accuracy, 1.21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imes New Roman"/>
                <a:ea typeface="Times New Roman"/>
              </a:rPr>
              <a:t>mJ</a:t>
            </a:r>
            <a:r>
              <a:rPr lang="en-US" sz="20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- best balance of accuracy and efficiency</a:t>
            </a: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457200" indent="-317520">
              <a:lnSpc>
                <a:spcPct val="150000"/>
              </a:lnSpc>
              <a:spcBef>
                <a:spcPts val="400"/>
              </a:spcBef>
              <a:buClr>
                <a:srgbClr val="000000"/>
              </a:buClr>
              <a:buFont typeface="Times New Roman"/>
              <a:buChar char="●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Direct SNN training: 88.7% accuracy, 3.38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imes New Roman"/>
                <a:ea typeface="Times New Roman"/>
              </a:rPr>
              <a:t>mJ</a:t>
            </a:r>
            <a:r>
              <a:rPr lang="en-US" sz="20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- 3.4% accuracy gap vs DNN, 94% energy saving</a:t>
            </a: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457200" indent="-317520">
              <a:lnSpc>
                <a:spcPct val="150000"/>
              </a:lnSpc>
              <a:spcBef>
                <a:spcPts val="400"/>
              </a:spcBef>
              <a:buClr>
                <a:srgbClr val="000000"/>
              </a:buClr>
              <a:buFont typeface="Times New Roman"/>
              <a:buChar char="●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TrueNorth NS1e: 89.0% accuracy at only 0.1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imes New Roman"/>
                <a:ea typeface="Times New Roman"/>
              </a:rPr>
              <a:t>mJ</a:t>
            </a:r>
            <a:r>
              <a:rPr lang="en-US" sz="20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- best for ultra-constrained applications</a:t>
            </a: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457200" indent="-317520">
              <a:lnSpc>
                <a:spcPct val="150000"/>
              </a:lnSpc>
              <a:spcBef>
                <a:spcPts val="400"/>
              </a:spcBef>
              <a:buClr>
                <a:srgbClr val="000000"/>
              </a:buClr>
              <a:buFont typeface="Times New Roman"/>
              <a:buChar char="●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Conclusion: accuracy gaps are narrowing as training methods improve (ANN-to-SNN conversion)</a:t>
            </a: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Shape"/>
          <p:cNvSpPr/>
          <p:nvPr/>
        </p:nvSpPr>
        <p:spPr>
          <a:xfrm>
            <a:off x="503280" y="127440"/>
            <a:ext cx="5927760" cy="58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6800" rIns="45720" bIns="46800" anchor="ctr">
            <a:spAutoFit/>
          </a:bodyPr>
          <a:lstStyle/>
          <a:p>
            <a:pPr algn="ctr"/>
            <a:r>
              <a:rPr lang="en-US" sz="3200" b="0" strike="noStrike" spc="-1">
                <a:solidFill>
                  <a:srgbClr val="000000"/>
                </a:solidFill>
                <a:latin typeface="Times New Roman"/>
              </a:rPr>
              <a:t>Table IV: Accuracy and Power on CIFAR-10 Classification</a:t>
            </a:r>
          </a:p>
        </p:txBody>
      </p:sp>
      <p:sp>
        <p:nvSpPr>
          <p:cNvPr id="11" name="PageNum"/>
          <p:cNvSpPr/>
          <p:nvPr/>
        </p:nvSpPr>
        <p:spPr>
          <a:xfrm>
            <a:off x="8224920" y="6399360"/>
            <a:ext cx="743040" cy="27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45720" tIns="46800" rIns="45720" bIns="46800" anchor="ctr">
            <a:spAutoFit/>
          </a:bodyPr>
          <a:lstStyle/>
          <a:p>
            <a:pPr algn="r"/>
            <a:fld id="{8059BCDA-A15E-4B2D-8A28-686325FA4470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t>17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  <p:graphicFrame>
        <p:nvGraphicFramePr>
          <p:cNvPr id="20" name="Table"/>
          <p:cNvGraphicFramePr>
            <a:graphicFrameLocks noGrp="1"/>
          </p:cNvGraphicFramePr>
          <p:nvPr/>
        </p:nvGraphicFramePr>
        <p:xfrm>
          <a:off x="272160" y="1050000"/>
          <a:ext cx="8600000" cy="31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2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000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/>
                        </a:rPr>
                        <a:t>Method &amp; Platform</a:t>
                      </a:r>
                    </a:p>
                  </a:txBody>
                  <a:tcPr>
                    <a:lnL w="12700" cap="flat">
                      <a:solidFill>
                        <a:srgbClr val="808080"/>
                      </a:solidFill>
                    </a:lnL>
                    <a:lnR w="12700" cap="flat">
                      <a:solidFill>
                        <a:srgbClr val="808080"/>
                      </a:solidFill>
                    </a:lnR>
                    <a:lnT w="12700" cap="flat">
                      <a:solidFill>
                        <a:srgbClr val="808080"/>
                      </a:solidFill>
                    </a:lnT>
                    <a:lnB w="12700" cap="flat">
                      <a:solidFill>
                        <a:srgbClr val="808080"/>
                      </a:solidFill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/>
                        </a:rPr>
                        <a:t>Accuracy (%)</a:t>
                      </a:r>
                    </a:p>
                  </a:txBody>
                  <a:tcPr>
                    <a:lnL w="12700" cap="flat">
                      <a:solidFill>
                        <a:srgbClr val="808080"/>
                      </a:solidFill>
                    </a:lnL>
                    <a:lnR w="12700" cap="flat">
                      <a:solidFill>
                        <a:srgbClr val="808080"/>
                      </a:solidFill>
                    </a:lnR>
                    <a:lnT w="12700" cap="flat">
                      <a:solidFill>
                        <a:srgbClr val="808080"/>
                      </a:solidFill>
                    </a:lnT>
                    <a:lnB w="12700" cap="flat">
                      <a:solidFill>
                        <a:srgbClr val="808080"/>
                      </a:solidFill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/>
                        </a:rPr>
                        <a:t>Latency (ms)</a:t>
                      </a:r>
                    </a:p>
                  </a:txBody>
                  <a:tcPr>
                    <a:lnL w="12700" cap="flat">
                      <a:solidFill>
                        <a:srgbClr val="808080"/>
                      </a:solidFill>
                    </a:lnL>
                    <a:lnR w="12700" cap="flat">
                      <a:solidFill>
                        <a:srgbClr val="808080"/>
                      </a:solidFill>
                    </a:lnR>
                    <a:lnT w="12700" cap="flat">
                      <a:solidFill>
                        <a:srgbClr val="808080"/>
                      </a:solidFill>
                    </a:lnT>
                    <a:lnB w="12700" cap="flat">
                      <a:solidFill>
                        <a:srgbClr val="808080"/>
                      </a:solidFill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/>
                        </a:rPr>
                        <a:t>Power (mW)</a:t>
                      </a:r>
                    </a:p>
                  </a:txBody>
                  <a:tcPr>
                    <a:lnL w="12700" cap="flat">
                      <a:solidFill>
                        <a:srgbClr val="808080"/>
                      </a:solidFill>
                    </a:lnL>
                    <a:lnR w="12700" cap="flat">
                      <a:solidFill>
                        <a:srgbClr val="808080"/>
                      </a:solidFill>
                    </a:lnR>
                    <a:lnT w="12700" cap="flat">
                      <a:solidFill>
                        <a:srgbClr val="808080"/>
                      </a:solidFill>
                    </a:lnT>
                    <a:lnB w="12700" cap="flat">
                      <a:solidFill>
                        <a:srgbClr val="808080"/>
                      </a:solidFill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/>
                        </a:rPr>
                        <a:t>Energy/Image (mJ)</a:t>
                      </a:r>
                    </a:p>
                  </a:txBody>
                  <a:tcPr>
                    <a:lnL w="12700" cap="flat">
                      <a:solidFill>
                        <a:srgbClr val="808080"/>
                      </a:solidFill>
                    </a:lnL>
                    <a:lnR w="12700" cap="flat">
                      <a:solidFill>
                        <a:srgbClr val="808080"/>
                      </a:solidFill>
                    </a:lnR>
                    <a:lnT w="12700" cap="flat">
                      <a:solidFill>
                        <a:srgbClr val="808080"/>
                      </a:solidFill>
                    </a:lnT>
                    <a:lnB w="12700" cap="flat">
                      <a:solidFill>
                        <a:srgbClr val="808080"/>
                      </a:solidFill>
                    </a:lnB>
                    <a:solidFill>
                      <a:srgbClr val="C039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MobileNetV2 on Jetson Nano</a:t>
                      </a:r>
                    </a:p>
                  </a:txBody>
                  <a:tcPr>
                    <a:lnL w="12700" cap="flat">
                      <a:solidFill>
                        <a:srgbClr val="808080"/>
                      </a:solidFill>
                    </a:lnL>
                    <a:lnR w="12700" cap="flat">
                      <a:solidFill>
                        <a:srgbClr val="808080"/>
                      </a:solidFill>
                    </a:lnR>
                    <a:lnT w="12700" cap="flat">
                      <a:solidFill>
                        <a:srgbClr val="808080"/>
                      </a:solidFill>
                    </a:lnT>
                    <a:lnB w="12700" cap="flat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92.1</a:t>
                      </a:r>
                    </a:p>
                  </a:txBody>
                  <a:tcPr>
                    <a:lnL w="12700" cap="flat">
                      <a:solidFill>
                        <a:srgbClr val="808080"/>
                      </a:solidFill>
                    </a:lnL>
                    <a:lnR w="12700" cap="flat">
                      <a:solidFill>
                        <a:srgbClr val="808080"/>
                      </a:solidFill>
                    </a:lnR>
                    <a:lnT w="12700" cap="flat">
                      <a:solidFill>
                        <a:srgbClr val="808080"/>
                      </a:solidFill>
                    </a:lnT>
                    <a:lnB w="12700" cap="flat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18.4</a:t>
                      </a:r>
                    </a:p>
                  </a:txBody>
                  <a:tcPr>
                    <a:lnL w="12700" cap="flat">
                      <a:solidFill>
                        <a:srgbClr val="808080"/>
                      </a:solidFill>
                    </a:lnL>
                    <a:lnR w="12700" cap="flat">
                      <a:solidFill>
                        <a:srgbClr val="808080"/>
                      </a:solidFill>
                    </a:lnR>
                    <a:lnT w="12700" cap="flat">
                      <a:solidFill>
                        <a:srgbClr val="808080"/>
                      </a:solidFill>
                    </a:lnT>
                    <a:lnB w="12700" cap="flat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3,420</a:t>
                      </a:r>
                    </a:p>
                  </a:txBody>
                  <a:tcPr>
                    <a:lnL w="12700" cap="flat">
                      <a:solidFill>
                        <a:srgbClr val="808080"/>
                      </a:solidFill>
                    </a:lnL>
                    <a:lnR w="12700" cap="flat">
                      <a:solidFill>
                        <a:srgbClr val="808080"/>
                      </a:solidFill>
                    </a:lnR>
                    <a:lnT w="12700" cap="flat">
                      <a:solidFill>
                        <a:srgbClr val="808080"/>
                      </a:solidFill>
                    </a:lnT>
                    <a:lnB w="12700" cap="flat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62.9</a:t>
                      </a:r>
                    </a:p>
                  </a:txBody>
                  <a:tcPr>
                    <a:lnL w="12700" cap="flat">
                      <a:solidFill>
                        <a:srgbClr val="808080"/>
                      </a:solidFill>
                    </a:lnL>
                    <a:lnR w="12700" cap="flat">
                      <a:solidFill>
                        <a:srgbClr val="808080"/>
                      </a:solidFill>
                    </a:lnR>
                    <a:lnT w="12700" cap="flat">
                      <a:solidFill>
                        <a:srgbClr val="808080"/>
                      </a:solidFill>
                    </a:lnT>
                    <a:lnB w="12700" cap="flat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Quantised DNN on Raspberry Pi</a:t>
                      </a:r>
                    </a:p>
                  </a:txBody>
                  <a:tcPr>
                    <a:lnL w="12700" cap="flat">
                      <a:solidFill>
                        <a:srgbClr val="808080"/>
                      </a:solidFill>
                    </a:lnL>
                    <a:lnR w="12700" cap="flat">
                      <a:solidFill>
                        <a:srgbClr val="808080"/>
                      </a:solidFill>
                    </a:lnR>
                    <a:lnT w="12700" cap="flat">
                      <a:solidFill>
                        <a:srgbClr val="808080"/>
                      </a:solidFill>
                    </a:lnT>
                    <a:lnB w="12700" cap="flat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91.3</a:t>
                      </a:r>
                    </a:p>
                  </a:txBody>
                  <a:tcPr>
                    <a:lnL w="12700" cap="flat">
                      <a:solidFill>
                        <a:srgbClr val="808080"/>
                      </a:solidFill>
                    </a:lnL>
                    <a:lnR w="12700" cap="flat">
                      <a:solidFill>
                        <a:srgbClr val="808080"/>
                      </a:solidFill>
                    </a:lnR>
                    <a:lnT w="12700" cap="flat">
                      <a:solidFill>
                        <a:srgbClr val="808080"/>
                      </a:solidFill>
                    </a:lnT>
                    <a:lnB w="12700" cap="flat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47.2</a:t>
                      </a:r>
                    </a:p>
                  </a:txBody>
                  <a:tcPr>
                    <a:lnL w="12700" cap="flat">
                      <a:solidFill>
                        <a:srgbClr val="808080"/>
                      </a:solidFill>
                    </a:lnL>
                    <a:lnR w="12700" cap="flat">
                      <a:solidFill>
                        <a:srgbClr val="808080"/>
                      </a:solidFill>
                    </a:lnR>
                    <a:lnT w="12700" cap="flat">
                      <a:solidFill>
                        <a:srgbClr val="808080"/>
                      </a:solidFill>
                    </a:lnT>
                    <a:lnB w="12700" cap="flat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1,840</a:t>
                      </a:r>
                    </a:p>
                  </a:txBody>
                  <a:tcPr>
                    <a:lnL w="12700" cap="flat">
                      <a:solidFill>
                        <a:srgbClr val="808080"/>
                      </a:solidFill>
                    </a:lnL>
                    <a:lnR w="12700" cap="flat">
                      <a:solidFill>
                        <a:srgbClr val="808080"/>
                      </a:solidFill>
                    </a:lnR>
                    <a:lnT w="12700" cap="flat">
                      <a:solidFill>
                        <a:srgbClr val="808080"/>
                      </a:solidFill>
                    </a:lnT>
                    <a:lnB w="12700" cap="flat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86.8</a:t>
                      </a:r>
                    </a:p>
                  </a:txBody>
                  <a:tcPr>
                    <a:lnL w="12700" cap="flat">
                      <a:solidFill>
                        <a:srgbClr val="808080"/>
                      </a:solidFill>
                    </a:lnL>
                    <a:lnR w="12700" cap="flat">
                      <a:solidFill>
                        <a:srgbClr val="808080"/>
                      </a:solidFill>
                    </a:lnR>
                    <a:lnT w="12700" cap="flat">
                      <a:solidFill>
                        <a:srgbClr val="808080"/>
                      </a:solidFill>
                    </a:lnT>
                    <a:lnB w="12700" cap="flat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Standard SNN on Loihi 2</a:t>
                      </a:r>
                    </a:p>
                  </a:txBody>
                  <a:tcPr>
                    <a:lnL w="12700" cap="flat">
                      <a:solidFill>
                        <a:srgbClr val="808080"/>
                      </a:solidFill>
                    </a:lnL>
                    <a:lnR w="12700" cap="flat">
                      <a:solidFill>
                        <a:srgbClr val="808080"/>
                      </a:solidFill>
                    </a:lnR>
                    <a:lnT w="12700" cap="flat">
                      <a:solidFill>
                        <a:srgbClr val="808080"/>
                      </a:solidFill>
                    </a:lnT>
                    <a:lnB w="12700" cap="flat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88.7</a:t>
                      </a:r>
                    </a:p>
                  </a:txBody>
                  <a:tcPr>
                    <a:lnL w="12700" cap="flat">
                      <a:solidFill>
                        <a:srgbClr val="808080"/>
                      </a:solidFill>
                    </a:lnL>
                    <a:lnR w="12700" cap="flat">
                      <a:solidFill>
                        <a:srgbClr val="808080"/>
                      </a:solidFill>
                    </a:lnR>
                    <a:lnT w="12700" cap="flat">
                      <a:solidFill>
                        <a:srgbClr val="808080"/>
                      </a:solidFill>
                    </a:lnT>
                    <a:lnB w="12700" cap="flat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8.9</a:t>
                      </a:r>
                    </a:p>
                  </a:txBody>
                  <a:tcPr>
                    <a:lnL w="12700" cap="flat">
                      <a:solidFill>
                        <a:srgbClr val="808080"/>
                      </a:solidFill>
                    </a:lnL>
                    <a:lnR w="12700" cap="flat">
                      <a:solidFill>
                        <a:srgbClr val="808080"/>
                      </a:solidFill>
                    </a:lnR>
                    <a:lnT w="12700" cap="flat">
                      <a:solidFill>
                        <a:srgbClr val="808080"/>
                      </a:solidFill>
                    </a:lnT>
                    <a:lnB w="12700" cap="flat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380</a:t>
                      </a:r>
                    </a:p>
                  </a:txBody>
                  <a:tcPr>
                    <a:lnL w="12700" cap="flat">
                      <a:solidFill>
                        <a:srgbClr val="808080"/>
                      </a:solidFill>
                    </a:lnL>
                    <a:lnR w="12700" cap="flat">
                      <a:solidFill>
                        <a:srgbClr val="808080"/>
                      </a:solidFill>
                    </a:lnR>
                    <a:lnT w="12700" cap="flat">
                      <a:solidFill>
                        <a:srgbClr val="808080"/>
                      </a:solidFill>
                    </a:lnT>
                    <a:lnB w="12700" cap="flat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3.38</a:t>
                      </a:r>
                    </a:p>
                  </a:txBody>
                  <a:tcPr>
                    <a:lnL w="12700" cap="flat">
                      <a:solidFill>
                        <a:srgbClr val="808080"/>
                      </a:solidFill>
                    </a:lnL>
                    <a:lnR w="12700" cap="flat">
                      <a:solidFill>
                        <a:srgbClr val="808080"/>
                      </a:solidFill>
                    </a:lnR>
                    <a:lnT w="12700" cap="flat">
                      <a:solidFill>
                        <a:srgbClr val="808080"/>
                      </a:solidFill>
                    </a:lnT>
                    <a:lnB w="12700" cap="flat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ANN to SNN on Loihi 2</a:t>
                      </a:r>
                    </a:p>
                  </a:txBody>
                  <a:tcPr>
                    <a:lnL w="12700" cap="flat">
                      <a:solidFill>
                        <a:srgbClr val="808080"/>
                      </a:solidFill>
                    </a:lnL>
                    <a:lnR w="12700" cap="flat">
                      <a:solidFill>
                        <a:srgbClr val="808080"/>
                      </a:solidFill>
                    </a:lnR>
                    <a:lnT w="12700" cap="flat">
                      <a:solidFill>
                        <a:srgbClr val="808080"/>
                      </a:solidFill>
                    </a:lnT>
                    <a:lnB w="12700" cap="flat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91.2</a:t>
                      </a:r>
                    </a:p>
                  </a:txBody>
                  <a:tcPr>
                    <a:lnL w="12700" cap="flat">
                      <a:solidFill>
                        <a:srgbClr val="808080"/>
                      </a:solidFill>
                    </a:lnL>
                    <a:lnR w="12700" cap="flat">
                      <a:solidFill>
                        <a:srgbClr val="808080"/>
                      </a:solidFill>
                    </a:lnR>
                    <a:lnT w="12700" cap="flat">
                      <a:solidFill>
                        <a:srgbClr val="808080"/>
                      </a:solidFill>
                    </a:lnT>
                    <a:lnB w="12700" cap="flat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12.3</a:t>
                      </a:r>
                    </a:p>
                  </a:txBody>
                  <a:tcPr>
                    <a:lnL w="12700" cap="flat">
                      <a:solidFill>
                        <a:srgbClr val="808080"/>
                      </a:solidFill>
                    </a:lnL>
                    <a:lnR w="12700" cap="flat">
                      <a:solidFill>
                        <a:srgbClr val="808080"/>
                      </a:solidFill>
                    </a:lnR>
                    <a:lnT w="12700" cap="flat">
                      <a:solidFill>
                        <a:srgbClr val="808080"/>
                      </a:solidFill>
                    </a:lnT>
                    <a:lnB w="12700" cap="flat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410</a:t>
                      </a:r>
                    </a:p>
                  </a:txBody>
                  <a:tcPr>
                    <a:lnL w="12700" cap="flat">
                      <a:solidFill>
                        <a:srgbClr val="808080"/>
                      </a:solidFill>
                    </a:lnL>
                    <a:lnR w="12700" cap="flat">
                      <a:solidFill>
                        <a:srgbClr val="808080"/>
                      </a:solidFill>
                    </a:lnR>
                    <a:lnT w="12700" cap="flat">
                      <a:solidFill>
                        <a:srgbClr val="808080"/>
                      </a:solidFill>
                    </a:lnT>
                    <a:lnB w="12700" cap="flat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5.04</a:t>
                      </a:r>
                    </a:p>
                  </a:txBody>
                  <a:tcPr>
                    <a:lnL w="12700" cap="flat">
                      <a:solidFill>
                        <a:srgbClr val="808080"/>
                      </a:solidFill>
                    </a:lnL>
                    <a:lnR w="12700" cap="flat">
                      <a:solidFill>
                        <a:srgbClr val="808080"/>
                      </a:solidFill>
                    </a:lnR>
                    <a:lnT w="12700" cap="flat">
                      <a:solidFill>
                        <a:srgbClr val="808080"/>
                      </a:solidFill>
                    </a:lnT>
                    <a:lnB w="12700" cap="flat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NeuEdge on Loihi 2</a:t>
                      </a:r>
                    </a:p>
                  </a:txBody>
                  <a:tcPr>
                    <a:lnL w="12700" cap="flat">
                      <a:solidFill>
                        <a:srgbClr val="808080"/>
                      </a:solidFill>
                    </a:lnL>
                    <a:lnR w="12700" cap="flat">
                      <a:solidFill>
                        <a:srgbClr val="808080"/>
                      </a:solidFill>
                    </a:lnR>
                    <a:lnT w="12700" cap="flat">
                      <a:solidFill>
                        <a:srgbClr val="808080"/>
                      </a:solidFill>
                    </a:lnT>
                    <a:lnB w="12700" cap="flat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92.4</a:t>
                      </a:r>
                    </a:p>
                  </a:txBody>
                  <a:tcPr>
                    <a:lnL w="12700" cap="flat">
                      <a:solidFill>
                        <a:srgbClr val="808080"/>
                      </a:solidFill>
                    </a:lnL>
                    <a:lnR w="12700" cap="flat">
                      <a:solidFill>
                        <a:srgbClr val="808080"/>
                      </a:solidFill>
                    </a:lnR>
                    <a:lnT w="12700" cap="flat">
                      <a:solidFill>
                        <a:srgbClr val="808080"/>
                      </a:solidFill>
                    </a:lnT>
                    <a:lnB w="12700" cap="flat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4.2</a:t>
                      </a:r>
                    </a:p>
                  </a:txBody>
                  <a:tcPr>
                    <a:lnL w="12700" cap="flat">
                      <a:solidFill>
                        <a:srgbClr val="808080"/>
                      </a:solidFill>
                    </a:lnL>
                    <a:lnR w="12700" cap="flat">
                      <a:solidFill>
                        <a:srgbClr val="808080"/>
                      </a:solidFill>
                    </a:lnR>
                    <a:lnT w="12700" cap="flat">
                      <a:solidFill>
                        <a:srgbClr val="808080"/>
                      </a:solidFill>
                    </a:lnT>
                    <a:lnB w="12700" cap="flat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287</a:t>
                      </a:r>
                    </a:p>
                  </a:txBody>
                  <a:tcPr>
                    <a:lnL w="12700" cap="flat">
                      <a:solidFill>
                        <a:srgbClr val="808080"/>
                      </a:solidFill>
                    </a:lnL>
                    <a:lnR w="12700" cap="flat">
                      <a:solidFill>
                        <a:srgbClr val="808080"/>
                      </a:solidFill>
                    </a:lnR>
                    <a:lnT w="12700" cap="flat">
                      <a:solidFill>
                        <a:srgbClr val="808080"/>
                      </a:solidFill>
                    </a:lnT>
                    <a:lnB w="12700" cap="flat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1.21</a:t>
                      </a:r>
                    </a:p>
                  </a:txBody>
                  <a:tcPr>
                    <a:lnL w="12700" cap="flat">
                      <a:solidFill>
                        <a:srgbClr val="808080"/>
                      </a:solidFill>
                    </a:lnL>
                    <a:lnR w="12700" cap="flat">
                      <a:solidFill>
                        <a:srgbClr val="808080"/>
                      </a:solidFill>
                    </a:lnR>
                    <a:lnT w="12700" cap="flat">
                      <a:solidFill>
                        <a:srgbClr val="808080"/>
                      </a:solidFill>
                    </a:lnT>
                    <a:lnB w="12700" cap="flat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TrueNorth NS1e</a:t>
                      </a:r>
                    </a:p>
                  </a:txBody>
                  <a:tcPr>
                    <a:lnL w="12700" cap="flat">
                      <a:solidFill>
                        <a:srgbClr val="808080"/>
                      </a:solidFill>
                    </a:lnL>
                    <a:lnR w="12700" cap="flat">
                      <a:solidFill>
                        <a:srgbClr val="808080"/>
                      </a:solidFill>
                    </a:lnR>
                    <a:lnT w="12700" cap="flat">
                      <a:solidFill>
                        <a:srgbClr val="808080"/>
                      </a:solidFill>
                    </a:lnT>
                    <a:lnB w="12700" cap="flat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approx. 89</a:t>
                      </a:r>
                    </a:p>
                  </a:txBody>
                  <a:tcPr>
                    <a:lnL w="12700" cap="flat">
                      <a:solidFill>
                        <a:srgbClr val="808080"/>
                      </a:solidFill>
                    </a:lnL>
                    <a:lnR w="12700" cap="flat">
                      <a:solidFill>
                        <a:srgbClr val="808080"/>
                      </a:solidFill>
                    </a:lnR>
                    <a:lnT w="12700" cap="flat">
                      <a:solidFill>
                        <a:srgbClr val="808080"/>
                      </a:solidFill>
                    </a:lnT>
                    <a:lnB w="12700" cap="flat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below 1</a:t>
                      </a:r>
                    </a:p>
                  </a:txBody>
                  <a:tcPr>
                    <a:lnL w="12700" cap="flat">
                      <a:solidFill>
                        <a:srgbClr val="808080"/>
                      </a:solidFill>
                    </a:lnL>
                    <a:lnR w="12700" cap="flat">
                      <a:solidFill>
                        <a:srgbClr val="808080"/>
                      </a:solidFill>
                    </a:lnR>
                    <a:lnT w="12700" cap="flat">
                      <a:solidFill>
                        <a:srgbClr val="808080"/>
                      </a:solidFill>
                    </a:lnT>
                    <a:lnB w="12700" cap="flat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70</a:t>
                      </a:r>
                    </a:p>
                  </a:txBody>
                  <a:tcPr>
                    <a:lnL w="12700" cap="flat">
                      <a:solidFill>
                        <a:srgbClr val="808080"/>
                      </a:solidFill>
                    </a:lnL>
                    <a:lnR w="12700" cap="flat">
                      <a:solidFill>
                        <a:srgbClr val="808080"/>
                      </a:solidFill>
                    </a:lnR>
                    <a:lnT w="12700" cap="flat">
                      <a:solidFill>
                        <a:srgbClr val="808080"/>
                      </a:solidFill>
                    </a:lnT>
                    <a:lnB w="12700" cap="flat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below 0.1</a:t>
                      </a:r>
                    </a:p>
                  </a:txBody>
                  <a:tcPr>
                    <a:lnL w="12700" cap="flat">
                      <a:solidFill>
                        <a:srgbClr val="808080"/>
                      </a:solidFill>
                    </a:lnL>
                    <a:lnR w="12700" cap="flat">
                      <a:solidFill>
                        <a:srgbClr val="808080"/>
                      </a:solidFill>
                    </a:lnR>
                    <a:lnT w="12700" cap="flat">
                      <a:solidFill>
                        <a:srgbClr val="808080"/>
                      </a:solidFill>
                    </a:lnT>
                    <a:lnB w="12700" cap="flat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Shape"/>
          <p:cNvSpPr/>
          <p:nvPr/>
        </p:nvSpPr>
        <p:spPr>
          <a:xfrm>
            <a:off x="503280" y="-121379"/>
            <a:ext cx="5927760" cy="107939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6800" rIns="45720" bIns="46800" anchor="ctr">
            <a:spAutoFit/>
          </a:bodyPr>
          <a:lstStyle/>
          <a:p>
            <a:pPr algn="ctr"/>
            <a:r>
              <a:rPr lang="en-US" sz="3200" b="0" strike="noStrike" spc="-1" dirty="0">
                <a:solidFill>
                  <a:srgbClr val="000000"/>
                </a:solidFill>
                <a:latin typeface="Times New Roman"/>
              </a:rPr>
              <a:t>Table V: Applications of Neuromorphic Edge AI</a:t>
            </a:r>
          </a:p>
        </p:txBody>
      </p:sp>
      <p:sp>
        <p:nvSpPr>
          <p:cNvPr id="11" name="PageNum"/>
          <p:cNvSpPr/>
          <p:nvPr/>
        </p:nvSpPr>
        <p:spPr>
          <a:xfrm>
            <a:off x="8224920" y="6399360"/>
            <a:ext cx="743040" cy="27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45720" tIns="46800" rIns="45720" bIns="46800" anchor="ctr">
            <a:spAutoFit/>
          </a:bodyPr>
          <a:lstStyle/>
          <a:p>
            <a:pPr algn="r"/>
            <a:fld id="{8059BCDA-A15E-4B2D-8A28-686325FA4470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t>18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  <p:graphicFrame>
        <p:nvGraphicFramePr>
          <p:cNvPr id="20" name="Table"/>
          <p:cNvGraphicFramePr>
            <a:graphicFrameLocks noGrp="1"/>
          </p:cNvGraphicFramePr>
          <p:nvPr/>
        </p:nvGraphicFramePr>
        <p:xfrm>
          <a:off x="272160" y="1050000"/>
          <a:ext cx="8600000" cy="31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5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5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000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/>
                        </a:rPr>
                        <a:t>Application Area</a:t>
                      </a:r>
                    </a:p>
                  </a:txBody>
                  <a:tcPr>
                    <a:lnL w="12700" cap="flat">
                      <a:solidFill>
                        <a:srgbClr val="808080"/>
                      </a:solidFill>
                    </a:lnL>
                    <a:lnR w="12700" cap="flat">
                      <a:solidFill>
                        <a:srgbClr val="808080"/>
                      </a:solidFill>
                    </a:lnR>
                    <a:lnT w="12700" cap="flat">
                      <a:solidFill>
                        <a:srgbClr val="808080"/>
                      </a:solidFill>
                    </a:lnT>
                    <a:lnB w="12700" cap="flat">
                      <a:solidFill>
                        <a:srgbClr val="808080"/>
                      </a:solidFill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/>
                        </a:rPr>
                        <a:t>Specific Use</a:t>
                      </a:r>
                    </a:p>
                  </a:txBody>
                  <a:tcPr>
                    <a:lnL w="12700" cap="flat">
                      <a:solidFill>
                        <a:srgbClr val="808080"/>
                      </a:solidFill>
                    </a:lnL>
                    <a:lnR w="12700" cap="flat">
                      <a:solidFill>
                        <a:srgbClr val="808080"/>
                      </a:solidFill>
                    </a:lnR>
                    <a:lnT w="12700" cap="flat">
                      <a:solidFill>
                        <a:srgbClr val="808080"/>
                      </a:solidFill>
                    </a:lnT>
                    <a:lnB w="12700" cap="flat">
                      <a:solidFill>
                        <a:srgbClr val="808080"/>
                      </a:solidFill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/>
                        </a:rPr>
                        <a:t>Power Budget</a:t>
                      </a:r>
                    </a:p>
                  </a:txBody>
                  <a:tcPr>
                    <a:lnL w="12700" cap="flat">
                      <a:solidFill>
                        <a:srgbClr val="808080"/>
                      </a:solidFill>
                    </a:lnL>
                    <a:lnR w="12700" cap="flat">
                      <a:solidFill>
                        <a:srgbClr val="808080"/>
                      </a:solidFill>
                    </a:lnR>
                    <a:lnT w="12700" cap="flat">
                      <a:solidFill>
                        <a:srgbClr val="808080"/>
                      </a:solidFill>
                    </a:lnT>
                    <a:lnB w="12700" cap="flat">
                      <a:solidFill>
                        <a:srgbClr val="808080"/>
                      </a:solidFill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/>
                        </a:rPr>
                        <a:t>Measured Performance</a:t>
                      </a:r>
                    </a:p>
                  </a:txBody>
                  <a:tcPr>
                    <a:lnL w="12700" cap="flat">
                      <a:solidFill>
                        <a:srgbClr val="808080"/>
                      </a:solidFill>
                    </a:lnL>
                    <a:lnR w="12700" cap="flat">
                      <a:solidFill>
                        <a:srgbClr val="808080"/>
                      </a:solidFill>
                    </a:lnR>
                    <a:lnT w="12700" cap="flat">
                      <a:solidFill>
                        <a:srgbClr val="808080"/>
                      </a:solidFill>
                    </a:lnT>
                    <a:lnB w="12700" cap="flat">
                      <a:solidFill>
                        <a:srgbClr val="808080"/>
                      </a:solidFill>
                    </a:lnB>
                    <a:solidFill>
                      <a:srgbClr val="C039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Healthcare wearables</a:t>
                      </a:r>
                    </a:p>
                  </a:txBody>
                  <a:tcPr>
                    <a:lnL w="12700" cap="flat">
                      <a:solidFill>
                        <a:srgbClr val="808080"/>
                      </a:solidFill>
                    </a:lnL>
                    <a:lnR w="12700" cap="flat">
                      <a:solidFill>
                        <a:srgbClr val="808080"/>
                      </a:solidFill>
                    </a:lnR>
                    <a:lnT w="12700" cap="flat">
                      <a:solidFill>
                        <a:srgbClr val="808080"/>
                      </a:solidFill>
                    </a:lnT>
                    <a:lnB w="12700" cap="flat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Continuous ECG monitoring</a:t>
                      </a:r>
                    </a:p>
                  </a:txBody>
                  <a:tcPr>
                    <a:lnL w="12700" cap="flat">
                      <a:solidFill>
                        <a:srgbClr val="808080"/>
                      </a:solidFill>
                    </a:lnL>
                    <a:lnR w="12700" cap="flat">
                      <a:solidFill>
                        <a:srgbClr val="808080"/>
                      </a:solidFill>
                    </a:lnR>
                    <a:lnT w="12700" cap="flat">
                      <a:solidFill>
                        <a:srgbClr val="808080"/>
                      </a:solidFill>
                    </a:lnT>
                    <a:lnB w="12700" cap="flat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5 mW</a:t>
                      </a:r>
                    </a:p>
                  </a:txBody>
                  <a:tcPr>
                    <a:lnL w="12700" cap="flat">
                      <a:solidFill>
                        <a:srgbClr val="808080"/>
                      </a:solidFill>
                    </a:lnL>
                    <a:lnR w="12700" cap="flat">
                      <a:solidFill>
                        <a:srgbClr val="808080"/>
                      </a:solidFill>
                    </a:lnR>
                    <a:lnT w="12700" cap="flat">
                      <a:solidFill>
                        <a:srgbClr val="808080"/>
                      </a:solidFill>
                    </a:lnT>
                    <a:lnB w="12700" cap="flat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Continuous 24/7 detection</a:t>
                      </a:r>
                    </a:p>
                  </a:txBody>
                  <a:tcPr>
                    <a:lnL w="12700" cap="flat">
                      <a:solidFill>
                        <a:srgbClr val="808080"/>
                      </a:solidFill>
                    </a:lnL>
                    <a:lnR w="12700" cap="flat">
                      <a:solidFill>
                        <a:srgbClr val="808080"/>
                      </a:solidFill>
                    </a:lnR>
                    <a:lnT w="12700" cap="flat">
                      <a:solidFill>
                        <a:srgbClr val="808080"/>
                      </a:solidFill>
                    </a:lnT>
                    <a:lnB w="12700" cap="flat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Industrial IoT</a:t>
                      </a:r>
                    </a:p>
                  </a:txBody>
                  <a:tcPr>
                    <a:lnL w="12700" cap="flat">
                      <a:solidFill>
                        <a:srgbClr val="808080"/>
                      </a:solidFill>
                    </a:lnL>
                    <a:lnR w="12700" cap="flat">
                      <a:solidFill>
                        <a:srgbClr val="808080"/>
                      </a:solidFill>
                    </a:lnR>
                    <a:lnT w="12700" cap="flat">
                      <a:solidFill>
                        <a:srgbClr val="808080"/>
                      </a:solidFill>
                    </a:lnT>
                    <a:lnB w="12700" cap="flat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Factory motor fault detection</a:t>
                      </a:r>
                    </a:p>
                  </a:txBody>
                  <a:tcPr>
                    <a:lnL w="12700" cap="flat">
                      <a:solidFill>
                        <a:srgbClr val="808080"/>
                      </a:solidFill>
                    </a:lnL>
                    <a:lnR w="12700" cap="flat">
                      <a:solidFill>
                        <a:srgbClr val="808080"/>
                      </a:solidFill>
                    </a:lnR>
                    <a:lnT w="12700" cap="flat">
                      <a:solidFill>
                        <a:srgbClr val="808080"/>
                      </a:solidFill>
                    </a:lnT>
                    <a:lnB w="12700" cap="flat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8 mW</a:t>
                      </a:r>
                    </a:p>
                  </a:txBody>
                  <a:tcPr>
                    <a:lnL w="12700" cap="flat">
                      <a:solidFill>
                        <a:srgbClr val="808080"/>
                      </a:solidFill>
                    </a:lnL>
                    <a:lnR w="12700" cap="flat">
                      <a:solidFill>
                        <a:srgbClr val="808080"/>
                      </a:solidFill>
                    </a:lnR>
                    <a:lnT w="12700" cap="flat">
                      <a:solidFill>
                        <a:srgbClr val="808080"/>
                      </a:solidFill>
                    </a:lnT>
                    <a:lnB w="12700" cap="flat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Fault detected below 3 ms</a:t>
                      </a:r>
                    </a:p>
                  </a:txBody>
                  <a:tcPr>
                    <a:lnL w="12700" cap="flat">
                      <a:solidFill>
                        <a:srgbClr val="808080"/>
                      </a:solidFill>
                    </a:lnL>
                    <a:lnR w="12700" cap="flat">
                      <a:solidFill>
                        <a:srgbClr val="808080"/>
                      </a:solidFill>
                    </a:lnR>
                    <a:lnT w="12700" cap="flat">
                      <a:solidFill>
                        <a:srgbClr val="808080"/>
                      </a:solidFill>
                    </a:lnT>
                    <a:lnB w="12700" cap="flat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Robotics / UAVs</a:t>
                      </a:r>
                    </a:p>
                  </a:txBody>
                  <a:tcPr>
                    <a:lnL w="12700" cap="flat">
                      <a:solidFill>
                        <a:srgbClr val="808080"/>
                      </a:solidFill>
                    </a:lnL>
                    <a:lnR w="12700" cap="flat">
                      <a:solidFill>
                        <a:srgbClr val="808080"/>
                      </a:solidFill>
                    </a:lnR>
                    <a:lnT w="12700" cap="flat">
                      <a:solidFill>
                        <a:srgbClr val="808080"/>
                      </a:solidFill>
                    </a:lnT>
                    <a:lnB w="12700" cap="flat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Obstacle avoidance on micro-drones</a:t>
                      </a:r>
                    </a:p>
                  </a:txBody>
                  <a:tcPr>
                    <a:lnL w="12700" cap="flat">
                      <a:solidFill>
                        <a:srgbClr val="808080"/>
                      </a:solidFill>
                    </a:lnL>
                    <a:lnR w="12700" cap="flat">
                      <a:solidFill>
                        <a:srgbClr val="808080"/>
                      </a:solidFill>
                    </a:lnR>
                    <a:lnT w="12700" cap="flat">
                      <a:solidFill>
                        <a:srgbClr val="808080"/>
                      </a:solidFill>
                    </a:lnT>
                    <a:lnB w="12700" cap="flat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287 mW</a:t>
                      </a:r>
                    </a:p>
                  </a:txBody>
                  <a:tcPr>
                    <a:lnL w="12700" cap="flat">
                      <a:solidFill>
                        <a:srgbClr val="808080"/>
                      </a:solidFill>
                    </a:lnL>
                    <a:lnR w="12700" cap="flat">
                      <a:solidFill>
                        <a:srgbClr val="808080"/>
                      </a:solidFill>
                    </a:lnR>
                    <a:lnT w="12700" cap="flat">
                      <a:solidFill>
                        <a:srgbClr val="808080"/>
                      </a:solidFill>
                    </a:lnT>
                    <a:lnB w="12700" cap="flat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30 frames per second</a:t>
                      </a:r>
                    </a:p>
                  </a:txBody>
                  <a:tcPr>
                    <a:lnL w="12700" cap="flat">
                      <a:solidFill>
                        <a:srgbClr val="808080"/>
                      </a:solidFill>
                    </a:lnL>
                    <a:lnR w="12700" cap="flat">
                      <a:solidFill>
                        <a:srgbClr val="808080"/>
                      </a:solidFill>
                    </a:lnR>
                    <a:lnT w="12700" cap="flat">
                      <a:solidFill>
                        <a:srgbClr val="808080"/>
                      </a:solidFill>
                    </a:lnT>
                    <a:lnB w="12700" cap="flat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Smart city sensors</a:t>
                      </a:r>
                    </a:p>
                  </a:txBody>
                  <a:tcPr>
                    <a:lnL w="12700" cap="flat">
                      <a:solidFill>
                        <a:srgbClr val="808080"/>
                      </a:solidFill>
                    </a:lnL>
                    <a:lnR w="12700" cap="flat">
                      <a:solidFill>
                        <a:srgbClr val="808080"/>
                      </a:solidFill>
                    </a:lnR>
                    <a:lnT w="12700" cap="flat">
                      <a:solidFill>
                        <a:srgbClr val="808080"/>
                      </a:solidFill>
                    </a:lnT>
                    <a:lnB w="12700" cap="flat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Environmental anomaly detection</a:t>
                      </a:r>
                    </a:p>
                  </a:txBody>
                  <a:tcPr>
                    <a:lnL w="12700" cap="flat">
                      <a:solidFill>
                        <a:srgbClr val="808080"/>
                      </a:solidFill>
                    </a:lnL>
                    <a:lnR w="12700" cap="flat">
                      <a:solidFill>
                        <a:srgbClr val="808080"/>
                      </a:solidFill>
                    </a:lnR>
                    <a:lnT w="12700" cap="flat">
                      <a:solidFill>
                        <a:srgbClr val="808080"/>
                      </a:solidFill>
                    </a:lnT>
                    <a:lnB w="12700" cap="flat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6 mW</a:t>
                      </a:r>
                    </a:p>
                  </a:txBody>
                  <a:tcPr>
                    <a:lnL w="12700" cap="flat">
                      <a:solidFill>
                        <a:srgbClr val="808080"/>
                      </a:solidFill>
                    </a:lnL>
                    <a:lnR w="12700" cap="flat">
                      <a:solidFill>
                        <a:srgbClr val="808080"/>
                      </a:solidFill>
                    </a:lnR>
                    <a:lnT w="12700" cap="flat">
                      <a:solidFill>
                        <a:srgbClr val="808080"/>
                      </a:solidFill>
                    </a:lnT>
                    <a:lnB w="12700" cap="flat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10-year solar-powered life</a:t>
                      </a:r>
                    </a:p>
                  </a:txBody>
                  <a:tcPr>
                    <a:lnL w="12700" cap="flat">
                      <a:solidFill>
                        <a:srgbClr val="808080"/>
                      </a:solidFill>
                    </a:lnL>
                    <a:lnR w="12700" cap="flat">
                      <a:solidFill>
                        <a:srgbClr val="808080"/>
                      </a:solidFill>
                    </a:lnR>
                    <a:lnT w="12700" cap="flat">
                      <a:solidFill>
                        <a:srgbClr val="808080"/>
                      </a:solidFill>
                    </a:lnT>
                    <a:lnB w="12700" cap="flat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Manufacturing</a:t>
                      </a:r>
                    </a:p>
                  </a:txBody>
                  <a:tcPr>
                    <a:lnL w="12700" cap="flat">
                      <a:solidFill>
                        <a:srgbClr val="808080"/>
                      </a:solidFill>
                    </a:lnL>
                    <a:lnR w="12700" cap="flat">
                      <a:solidFill>
                        <a:srgbClr val="808080"/>
                      </a:solidFill>
                    </a:lnR>
                    <a:lnT w="12700" cap="flat">
                      <a:solidFill>
                        <a:srgbClr val="808080"/>
                      </a:solidFill>
                    </a:lnT>
                    <a:lnB w="12700" cap="flat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Weld defect detection (laser)</a:t>
                      </a:r>
                    </a:p>
                  </a:txBody>
                  <a:tcPr>
                    <a:lnL w="12700" cap="flat">
                      <a:solidFill>
                        <a:srgbClr val="808080"/>
                      </a:solidFill>
                    </a:lnL>
                    <a:lnR w="12700" cap="flat">
                      <a:solidFill>
                        <a:srgbClr val="808080"/>
                      </a:solidFill>
                    </a:lnR>
                    <a:lnT w="12700" cap="flat">
                      <a:solidFill>
                        <a:srgbClr val="808080"/>
                      </a:solidFill>
                    </a:lnT>
                    <a:lnB w="12700" cap="flat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~70 mW</a:t>
                      </a:r>
                    </a:p>
                  </a:txBody>
                  <a:tcPr>
                    <a:lnL w="12700" cap="flat">
                      <a:solidFill>
                        <a:srgbClr val="808080"/>
                      </a:solidFill>
                    </a:lnL>
                    <a:lnR w="12700" cap="flat">
                      <a:solidFill>
                        <a:srgbClr val="808080"/>
                      </a:solidFill>
                    </a:lnR>
                    <a:lnT w="12700" cap="flat">
                      <a:solidFill>
                        <a:srgbClr val="808080"/>
                      </a:solidFill>
                    </a:lnT>
                    <a:lnB w="12700" cap="flat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80% accuracy</a:t>
                      </a:r>
                    </a:p>
                  </a:txBody>
                  <a:tcPr>
                    <a:lnL w="12700" cap="flat">
                      <a:solidFill>
                        <a:srgbClr val="808080"/>
                      </a:solidFill>
                    </a:lnL>
                    <a:lnR w="12700" cap="flat">
                      <a:solidFill>
                        <a:srgbClr val="808080"/>
                      </a:solidFill>
                    </a:lnR>
                    <a:lnT w="12700" cap="flat">
                      <a:solidFill>
                        <a:srgbClr val="808080"/>
                      </a:solidFill>
                    </a:lnT>
                    <a:lnB w="12700" cap="flat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Voice assistants</a:t>
                      </a:r>
                    </a:p>
                  </a:txBody>
                  <a:tcPr>
                    <a:lnL w="12700" cap="flat">
                      <a:solidFill>
                        <a:srgbClr val="808080"/>
                      </a:solidFill>
                    </a:lnL>
                    <a:lnR w="12700" cap="flat">
                      <a:solidFill>
                        <a:srgbClr val="808080"/>
                      </a:solidFill>
                    </a:lnR>
                    <a:lnT w="12700" cap="flat">
                      <a:solidFill>
                        <a:srgbClr val="808080"/>
                      </a:solidFill>
                    </a:lnT>
                    <a:lnB w="12700" cap="flat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Always-on wake word detection</a:t>
                      </a:r>
                    </a:p>
                  </a:txBody>
                  <a:tcPr>
                    <a:lnL w="12700" cap="flat">
                      <a:solidFill>
                        <a:srgbClr val="808080"/>
                      </a:solidFill>
                    </a:lnL>
                    <a:lnR w="12700" cap="flat">
                      <a:solidFill>
                        <a:srgbClr val="808080"/>
                      </a:solidFill>
                    </a:lnR>
                    <a:lnT w="12700" cap="flat">
                      <a:solidFill>
                        <a:srgbClr val="808080"/>
                      </a:solidFill>
                    </a:lnT>
                    <a:lnB w="12700" cap="flat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67 mW</a:t>
                      </a:r>
                    </a:p>
                  </a:txBody>
                  <a:tcPr>
                    <a:lnL w="12700" cap="flat">
                      <a:solidFill>
                        <a:srgbClr val="808080"/>
                      </a:solidFill>
                    </a:lnL>
                    <a:lnR w="12700" cap="flat">
                      <a:solidFill>
                        <a:srgbClr val="808080"/>
                      </a:solidFill>
                    </a:lnR>
                    <a:lnT w="12700" cap="flat">
                      <a:solidFill>
                        <a:srgbClr val="808080"/>
                      </a:solidFill>
                    </a:lnT>
                    <a:lnB w="12700" cap="flat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82-day coin cell life</a:t>
                      </a:r>
                    </a:p>
                  </a:txBody>
                  <a:tcPr>
                    <a:lnL w="12700" cap="flat">
                      <a:solidFill>
                        <a:srgbClr val="808080"/>
                      </a:solidFill>
                    </a:lnL>
                    <a:lnR w="12700" cap="flat">
                      <a:solidFill>
                        <a:srgbClr val="808080"/>
                      </a:solidFill>
                    </a:lnR>
                    <a:lnT w="12700" cap="flat">
                      <a:solidFill>
                        <a:srgbClr val="808080"/>
                      </a:solidFill>
                    </a:lnT>
                    <a:lnB w="12700" cap="flat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TextShape 1"/>
          <p:cNvSpPr/>
          <p:nvPr/>
        </p:nvSpPr>
        <p:spPr>
          <a:xfrm>
            <a:off x="503280" y="127440"/>
            <a:ext cx="5927760" cy="58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6800" rIns="45720" bIns="468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Tools &amp; Technologies Used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TextShape 3"/>
          <p:cNvSpPr/>
          <p:nvPr/>
        </p:nvSpPr>
        <p:spPr>
          <a:xfrm>
            <a:off x="8224920" y="6399360"/>
            <a:ext cx="743040" cy="27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45720" tIns="46800" rIns="45720" bIns="46800" anchor="ctr">
            <a:sp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148774B3-0928-4115-9F91-145173441873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19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TextShape 2"/>
          <p:cNvSpPr/>
          <p:nvPr/>
        </p:nvSpPr>
        <p:spPr>
          <a:xfrm>
            <a:off x="209520" y="1109520"/>
            <a:ext cx="8747280" cy="537365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6800" rIns="45720" bIns="46800" anchor="t">
            <a:spAutoFit/>
          </a:bodyPr>
          <a:lstStyle/>
          <a:p>
            <a:pPr marL="457200" indent="-317520">
              <a:lnSpc>
                <a:spcPct val="150000"/>
              </a:lnSpc>
              <a:spcBef>
                <a:spcPts val="400"/>
              </a:spcBef>
              <a:buClr>
                <a:srgbClr val="000000"/>
              </a:buClr>
              <a:buFont typeface="Times New Roman"/>
              <a:buChar char="●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Brian2: Python-based spiking neural network simulator for LIF neuron scaling experiments</a:t>
            </a: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457200" indent="-317520">
              <a:lnSpc>
                <a:spcPct val="150000"/>
              </a:lnSpc>
              <a:spcBef>
                <a:spcPts val="400"/>
              </a:spcBef>
              <a:buClr>
                <a:srgbClr val="000000"/>
              </a:buClr>
              <a:buFont typeface="Times New Roman"/>
              <a:buChar char="●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strike="noStrike" spc="-1" dirty="0" err="1">
                <a:solidFill>
                  <a:srgbClr val="000000"/>
                </a:solidFill>
                <a:latin typeface="Times New Roman"/>
                <a:ea typeface="Times New Roman"/>
              </a:rPr>
              <a:t>SNNTorch</a:t>
            </a:r>
            <a:r>
              <a:rPr lang="en-US" sz="20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: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imes New Roman"/>
                <a:ea typeface="Times New Roman"/>
              </a:rPr>
              <a:t>PyTorch</a:t>
            </a:r>
            <a:r>
              <a:rPr lang="en-US" sz="20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-based SNN library for deep learning-style spiking network training</a:t>
            </a: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457200" indent="-317520">
              <a:lnSpc>
                <a:spcPct val="150000"/>
              </a:lnSpc>
              <a:spcBef>
                <a:spcPts val="400"/>
              </a:spcBef>
              <a:buClr>
                <a:srgbClr val="000000"/>
              </a:buClr>
              <a:buFont typeface="Times New Roman"/>
              <a:buChar char="●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strike="noStrike" spc="-1" dirty="0" err="1">
                <a:solidFill>
                  <a:srgbClr val="000000"/>
                </a:solidFill>
                <a:latin typeface="Times New Roman"/>
                <a:ea typeface="Times New Roman"/>
              </a:rPr>
              <a:t>PyTorch</a:t>
            </a:r>
            <a:r>
              <a:rPr lang="en-US" sz="20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+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imes New Roman"/>
                <a:ea typeface="Times New Roman"/>
              </a:rPr>
              <a:t>TorchVision</a:t>
            </a:r>
            <a:r>
              <a:rPr lang="en-US" sz="20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: DNN baseline training and MNIST dataset handling</a:t>
            </a: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457200" indent="-317520">
              <a:lnSpc>
                <a:spcPct val="150000"/>
              </a:lnSpc>
              <a:spcBef>
                <a:spcPts val="400"/>
              </a:spcBef>
              <a:buClr>
                <a:srgbClr val="000000"/>
              </a:buClr>
              <a:buFont typeface="Times New Roman"/>
              <a:buChar char="●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NumPy + Matplotlib: Numerical analysis and figure generation for all paper charts</a:t>
            </a: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457200" indent="-317520">
              <a:lnSpc>
                <a:spcPct val="150000"/>
              </a:lnSpc>
              <a:spcBef>
                <a:spcPts val="400"/>
              </a:spcBef>
              <a:buClr>
                <a:srgbClr val="000000"/>
              </a:buClr>
              <a:buFont typeface="Times New Roman"/>
              <a:buChar char="●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Google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imes New Roman"/>
                <a:ea typeface="Times New Roman"/>
              </a:rPr>
              <a:t>Colaboratory</a:t>
            </a:r>
            <a:r>
              <a:rPr lang="en-US" sz="20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: Free cloud Python environment with NVIDIA T4 GPU acceleration</a:t>
            </a: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457200" indent="-317520">
              <a:lnSpc>
                <a:spcPct val="150000"/>
              </a:lnSpc>
              <a:spcBef>
                <a:spcPts val="400"/>
              </a:spcBef>
              <a:buClr>
                <a:srgbClr val="000000"/>
              </a:buClr>
              <a:buFont typeface="Times New Roman"/>
              <a:buChar char="●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MNIST Dataset: 70,000 handwritten digit images used for accuracy and energy benchmarking</a:t>
            </a: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TextShape 1"/>
          <p:cNvSpPr/>
          <p:nvPr/>
        </p:nvSpPr>
        <p:spPr>
          <a:xfrm>
            <a:off x="503280" y="127440"/>
            <a:ext cx="5927760" cy="58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6800" rIns="45720" bIns="468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Conclusion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TextShape 3"/>
          <p:cNvSpPr/>
          <p:nvPr/>
        </p:nvSpPr>
        <p:spPr>
          <a:xfrm>
            <a:off x="8186040" y="6399360"/>
            <a:ext cx="743040" cy="27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45720" tIns="46800" rIns="45720" bIns="46800" anchor="ctr">
            <a:sp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05AE3A3C-0F79-4D76-8C58-35CDDFA312BC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20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TextShape 2"/>
          <p:cNvSpPr/>
          <p:nvPr/>
        </p:nvSpPr>
        <p:spPr>
          <a:xfrm>
            <a:off x="214920" y="896400"/>
            <a:ext cx="8747280" cy="583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6800" rIns="45720" bIns="46800" anchor="t">
            <a:spAutoFit/>
          </a:bodyPr>
          <a:lstStyle/>
          <a:p>
            <a:pPr marL="457200" indent="-317520">
              <a:lnSpc>
                <a:spcPct val="150000"/>
              </a:lnSpc>
              <a:spcBef>
                <a:spcPts val="400"/>
              </a:spcBef>
              <a:buClr>
                <a:srgbClr val="000000"/>
              </a:buClr>
              <a:buFont typeface="Times New Roman"/>
              <a:buChar char="●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Neuromorphic chips deliver 52–87% lower latency and 85–95% lower energy vs GPU baselines</a:t>
            </a: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457200" indent="-317520">
              <a:lnSpc>
                <a:spcPct val="150000"/>
              </a:lnSpc>
              <a:spcBef>
                <a:spcPts val="400"/>
              </a:spcBef>
              <a:buClr>
                <a:srgbClr val="000000"/>
              </a:buClr>
              <a:buFont typeface="Times New Roman"/>
              <a:buChar char="●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strike="noStrike" spc="-1" dirty="0" err="1">
                <a:solidFill>
                  <a:srgbClr val="000000"/>
                </a:solidFill>
                <a:latin typeface="Times New Roman"/>
                <a:ea typeface="Times New Roman"/>
              </a:rPr>
              <a:t>NeuEdge</a:t>
            </a:r>
            <a:r>
              <a:rPr lang="en-US" sz="20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framework on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imes New Roman"/>
                <a:ea typeface="Times New Roman"/>
              </a:rPr>
              <a:t>Loihi</a:t>
            </a:r>
            <a:r>
              <a:rPr lang="en-US" sz="20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2 achieves the best overall performance: 847 TOPS/W, 2.3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imes New Roman"/>
                <a:ea typeface="Times New Roman"/>
              </a:rPr>
              <a:t>ms</a:t>
            </a:r>
            <a:r>
              <a:rPr lang="en-US" sz="20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, 92.4% accuracy</a:t>
            </a: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457200" indent="-317520">
              <a:lnSpc>
                <a:spcPct val="150000"/>
              </a:lnSpc>
              <a:spcBef>
                <a:spcPts val="400"/>
              </a:spcBef>
              <a:buClr>
                <a:srgbClr val="000000"/>
              </a:buClr>
              <a:buFont typeface="Times New Roman"/>
              <a:buChar char="●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Accuracy gap between SNNs and DNNs has narrowed to ~3% with ANN-to-SNN conversion techniques</a:t>
            </a: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457200" indent="-317520">
              <a:lnSpc>
                <a:spcPct val="150000"/>
              </a:lnSpc>
              <a:spcBef>
                <a:spcPts val="400"/>
              </a:spcBef>
              <a:buClr>
                <a:srgbClr val="000000"/>
              </a:buClr>
              <a:buFont typeface="Times New Roman"/>
              <a:buChar char="●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Real-world deployments validated: healthcare (5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imes New Roman"/>
                <a:ea typeface="Times New Roman"/>
              </a:rPr>
              <a:t>mW</a:t>
            </a:r>
            <a:r>
              <a:rPr lang="en-US" sz="20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), robotics (287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imes New Roman"/>
                <a:ea typeface="Times New Roman"/>
              </a:rPr>
              <a:t>mW</a:t>
            </a:r>
            <a:r>
              <a:rPr lang="en-US" sz="20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), smart city (6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imes New Roman"/>
                <a:ea typeface="Times New Roman"/>
              </a:rPr>
              <a:t>mW</a:t>
            </a:r>
            <a:r>
              <a:rPr lang="en-US" sz="20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)</a:t>
            </a: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457200" indent="-317520">
              <a:lnSpc>
                <a:spcPct val="150000"/>
              </a:lnSpc>
              <a:spcBef>
                <a:spcPts val="400"/>
              </a:spcBef>
              <a:buClr>
                <a:srgbClr val="000000"/>
              </a:buClr>
              <a:buFont typeface="Times New Roman"/>
              <a:buChar char="●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Software simulations (Brian2,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imes New Roman"/>
                <a:ea typeface="Times New Roman"/>
              </a:rPr>
              <a:t>SNNTorch</a:t>
            </a:r>
            <a:r>
              <a:rPr lang="en-US" sz="20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) corroborate all table data trends and energy estimates</a:t>
            </a: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457200" indent="-317520">
              <a:lnSpc>
                <a:spcPct val="150000"/>
              </a:lnSpc>
              <a:spcBef>
                <a:spcPts val="400"/>
              </a:spcBef>
              <a:buClr>
                <a:srgbClr val="000000"/>
              </a:buClr>
              <a:buFont typeface="Times New Roman"/>
              <a:buChar char="●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Future work: larger SNN models, on-chip STDP learning, multi-modal sensor fusion at the edge</a:t>
            </a: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1922</Words>
  <Application>Microsoft Office PowerPoint</Application>
  <PresentationFormat>On-screen Show (4:3)</PresentationFormat>
  <Paragraphs>278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12</vt:i4>
      </vt:variant>
      <vt:variant>
        <vt:lpstr>Slide Titles</vt:lpstr>
      </vt:variant>
      <vt:variant>
        <vt:i4>20</vt:i4>
      </vt:variant>
    </vt:vector>
  </HeadingPairs>
  <TitlesOfParts>
    <vt:vector size="35" baseType="lpstr">
      <vt:lpstr>Arial</vt:lpstr>
      <vt:lpstr>Calibri</vt:lpstr>
      <vt:lpstr>Times New Roman</vt:lpstr>
      <vt:lpstr>Office</vt:lpstr>
      <vt:lpstr>Office</vt:lpstr>
      <vt:lpstr>Office</vt:lpstr>
      <vt:lpstr>Office</vt:lpstr>
      <vt:lpstr>Office</vt:lpstr>
      <vt:lpstr>Office</vt:lpstr>
      <vt:lpstr>Office</vt:lpstr>
      <vt:lpstr>Office</vt:lpstr>
      <vt:lpstr>Office</vt:lpstr>
      <vt:lpstr>Office</vt:lpstr>
      <vt:lpstr>Office</vt:lpstr>
      <vt:lpstr>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Akshat</cp:lastModifiedBy>
  <cp:revision>1</cp:revision>
  <dcterms:modified xsi:type="dcterms:W3CDTF">2026-05-19T09:15:23Z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>cloudconvert_12</cp:lastModifiedBy>
  <dcterms:modified xsi:type="dcterms:W3CDTF">2026-05-19T06:53:11Z</dcterms:modified>
  <cp:revision>1</cp:revision>
  <dc:subject/>
  <dc:title>PowerPoint Presentation</dc:title>
</cp:coreProperties>
</file>